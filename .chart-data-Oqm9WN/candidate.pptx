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45a625595449ca" /><Relationship Type="http://schemas.openxmlformats.org/officeDocument/2006/relationships/extended-properties" Target="/docProps/app.xml" Id="Rc648e13221c446d5" /><Relationship Type="http://schemas.openxmlformats.org/officeDocument/2006/relationships/officeDocument" Target="/ppt/presentation.xml" Id="Rd067e4ed2c7d4f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6cb2d7e60f43ae"/>
  </p:sldMasterIdLst>
  <p:notesMasterIdLst>
    <p:notesMasterId xmlns:r="http://schemas.openxmlformats.org/officeDocument/2006/relationships" r:id="Rd05fefbeb57c44e8"/>
  </p:notesMasterIdLst>
  <p:sldIdLst>
    <p:sldId xmlns:r="http://schemas.openxmlformats.org/officeDocument/2006/relationships" id="256" r:id="R8456130ce9dc4841"/>
    <p:sldId xmlns:r="http://schemas.openxmlformats.org/officeDocument/2006/relationships" id="257" r:id="R561acefd7d0c4c65"/>
    <p:sldId xmlns:r="http://schemas.openxmlformats.org/officeDocument/2006/relationships" id="258" r:id="R03ebf34b627f47c8"/>
    <p:sldId xmlns:r="http://schemas.openxmlformats.org/officeDocument/2006/relationships" id="259" r:id="R4bf82905ecbe44ad"/>
    <p:sldId xmlns:r="http://schemas.openxmlformats.org/officeDocument/2006/relationships" id="260" r:id="R327148f92d3b4a65"/>
    <p:sldId xmlns:r="http://schemas.openxmlformats.org/officeDocument/2006/relationships" id="261" r:id="R66b758d570694b3c"/>
    <p:sldId xmlns:r="http://schemas.openxmlformats.org/officeDocument/2006/relationships" id="262" r:id="R65d80a397a7b4e82"/>
    <p:sldId xmlns:r="http://schemas.openxmlformats.org/officeDocument/2006/relationships" id="263" r:id="Rdd723c4240554655"/>
    <p:sldId xmlns:r="http://schemas.openxmlformats.org/officeDocument/2006/relationships" id="264" r:id="R7ad77ddc4c824492"/>
    <p:sldId xmlns:r="http://schemas.openxmlformats.org/officeDocument/2006/relationships" id="265" r:id="Rba0b7e53fef941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8a9097f2cb49f7" /><Relationship Type="http://schemas.openxmlformats.org/officeDocument/2006/relationships/slideMaster" Target="/ppt/slideMasters/slideMaster1.xml" Id="Rc96cb2d7e60f43ae" /><Relationship Type="http://schemas.openxmlformats.org/officeDocument/2006/relationships/notesMaster" Target="/ppt/notesMasters/notesMaster1.xml" Id="Rd05fefbeb57c44e8" /><Relationship Type="http://schemas.openxmlformats.org/officeDocument/2006/relationships/presProps" Target="/ppt/presProps.xml" Id="R6957d40053dc4f93" /><Relationship Type="http://schemas.openxmlformats.org/officeDocument/2006/relationships/tableStyles" Target="/ppt/tableStyles.xml" Id="R3ecea6ce55014710" /><Relationship Type="http://schemas.openxmlformats.org/officeDocument/2006/relationships/slide" Target="/ppt/slides/slide1.xml" Id="R8456130ce9dc4841" /><Relationship Type="http://schemas.openxmlformats.org/officeDocument/2006/relationships/slide" Target="/ppt/slides/slide2.xml" Id="R561acefd7d0c4c65" /><Relationship Type="http://schemas.openxmlformats.org/officeDocument/2006/relationships/slide" Target="/ppt/slides/slide3.xml" Id="R03ebf34b627f47c8" /><Relationship Type="http://schemas.openxmlformats.org/officeDocument/2006/relationships/slide" Target="/ppt/slides/slide4.xml" Id="R4bf82905ecbe44ad" /><Relationship Type="http://schemas.openxmlformats.org/officeDocument/2006/relationships/slide" Target="/ppt/slides/slide5.xml" Id="R327148f92d3b4a65" /><Relationship Type="http://schemas.openxmlformats.org/officeDocument/2006/relationships/slide" Target="/ppt/slides/slide6.xml" Id="R66b758d570694b3c" /><Relationship Type="http://schemas.openxmlformats.org/officeDocument/2006/relationships/slide" Target="/ppt/slides/slide7.xml" Id="R65d80a397a7b4e82" /><Relationship Type="http://schemas.openxmlformats.org/officeDocument/2006/relationships/slide" Target="/ppt/slides/slide8.xml" Id="Rdd723c4240554655" /><Relationship Type="http://schemas.openxmlformats.org/officeDocument/2006/relationships/slide" Target="/ppt/slides/slide9.xml" Id="R7ad77ddc4c824492" /><Relationship Type="http://schemas.openxmlformats.org/officeDocument/2006/relationships/slide" Target="/ppt/slides/slide10.xml" Id="Rba0b7e53fef941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7667553dd74a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bc4af6cdb049ac" /><Relationship Type="http://schemas.openxmlformats.org/officeDocument/2006/relationships/notesMaster" Target="/ppt/notesMasters/notesMaster1.xml" Id="R6728a51febb447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37a3774ccf472a" /><Relationship Type="http://schemas.openxmlformats.org/officeDocument/2006/relationships/notesMaster" Target="/ppt/notesMasters/notesMaster1.xml" Id="R08517feb3f1249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6bd78b527e4d91" /><Relationship Type="http://schemas.openxmlformats.org/officeDocument/2006/relationships/notesMaster" Target="/ppt/notesMasters/notesMaster1.xml" Id="R1c85556afff546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b3d8ecdabc421f" /><Relationship Type="http://schemas.openxmlformats.org/officeDocument/2006/relationships/notesMaster" Target="/ppt/notesMasters/notesMaster1.xml" Id="Rf51b8df384414d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517330db0c43d2" /><Relationship Type="http://schemas.openxmlformats.org/officeDocument/2006/relationships/notesMaster" Target="/ppt/notesMasters/notesMaster1.xml" Id="Rfa648112581f41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a0218fa13a4252" /><Relationship Type="http://schemas.openxmlformats.org/officeDocument/2006/relationships/notesMaster" Target="/ppt/notesMasters/notesMaster1.xml" Id="R0b5a8381719348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590ab0991e4f59" /><Relationship Type="http://schemas.openxmlformats.org/officeDocument/2006/relationships/notesMaster" Target="/ppt/notesMasters/notesMaster1.xml" Id="R9a3c97e4abba48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84e1f0bc604211" /><Relationship Type="http://schemas.openxmlformats.org/officeDocument/2006/relationships/notesMaster" Target="/ppt/notesMasters/notesMaster1.xml" Id="R3f783255ce0c4c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527a7fc5d14e3b" /><Relationship Type="http://schemas.openxmlformats.org/officeDocument/2006/relationships/notesMaster" Target="/ppt/notesMasters/notesMaster1.xml" Id="R17343583284344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a3f2f9e4124fac" /><Relationship Type="http://schemas.openxmlformats.org/officeDocument/2006/relationships/notesMaster" Target="/ppt/notesMasters/notesMaster1.xml" Id="Ra2d3c509c3b540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7c90516bf42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3d7b9310646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db64f680d44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446bd93764f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a9cbfa85946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0e51dd59944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7179F6-C620-495B-A844-597D8452F9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0C4FB7-63DA-4850-926F-A9D5EE3BB8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747308-186D-4093-A917-15156C0580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42D7C4-DB58-447D-B0D8-0A69DDDCB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9C2F935-516D-4758-8140-8CF9705F97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A6ECDB-8C9F-4F06-B918-54E40856CF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402AB9-DF49-4BD4-BDB1-3BED4F8A83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C0D2E6-DFF5-4784-93A9-C55A9E8A26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02CAA9-6FDC-4CE6-BAC3-84DA72905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389E8A-FBF5-42D6-A78B-7BAD4B7704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3c9f6ed2134e85" /><Relationship Type="http://schemas.openxmlformats.org/officeDocument/2006/relationships/slideLayout" Target="/ppt/slideLayouts/slideLayout1.xml" Id="R18fa24b7a43d4296" /><Relationship Type="http://schemas.openxmlformats.org/officeDocument/2006/relationships/slideLayout" Target="/ppt/slideLayouts/slideLayout2.xml" Id="Re411aea9de894a79" /><Relationship Type="http://schemas.openxmlformats.org/officeDocument/2006/relationships/slideLayout" Target="/ppt/slideLayouts/slideLayout3.xml" Id="Rd803fc787362455f" /><Relationship Type="http://schemas.openxmlformats.org/officeDocument/2006/relationships/slideLayout" Target="/ppt/slideLayouts/slideLayout4.xml" Id="R134f3e9b542c4785" /><Relationship Type="http://schemas.openxmlformats.org/officeDocument/2006/relationships/slideLayout" Target="/ppt/slideLayouts/slideLayout5.xml" Id="Rbef22abf6cbb44e4" /><Relationship Type="http://schemas.openxmlformats.org/officeDocument/2006/relationships/slideLayout" Target="/ppt/slideLayouts/slideLayout6.xml" Id="Rf788a99019f344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fa24b7a43d4296"/>
    <p:sldLayoutId xmlns:r="http://schemas.openxmlformats.org/officeDocument/2006/relationships" id="2147483650" r:id="Re411aea9de894a79"/>
    <p:sldLayoutId xmlns:r="http://schemas.openxmlformats.org/officeDocument/2006/relationships" id="2147483651" r:id="Rd803fc787362455f"/>
    <p:sldLayoutId xmlns:r="http://schemas.openxmlformats.org/officeDocument/2006/relationships" id="2147483652" r:id="R134f3e9b542c4785"/>
    <p:sldLayoutId xmlns:r="http://schemas.openxmlformats.org/officeDocument/2006/relationships" id="2147483653" r:id="Rbef22abf6cbb44e4"/>
    <p:sldLayoutId xmlns:r="http://schemas.openxmlformats.org/officeDocument/2006/relationships" id="2147483654" r:id="Rf788a99019f344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fef06311354b19" /><Relationship Type="http://schemas.openxmlformats.org/officeDocument/2006/relationships/chart" Target="/ppt/slides/charts/chart1.xml" Id="Ra78bd8bf13724dc5" /><Relationship Type="http://schemas.openxmlformats.org/officeDocument/2006/relationships/notesSlide" Target="/ppt/notesSlides/notesSlide1.xml" Id="R51e169f7d99945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a66bdaa1b145bf" /><Relationship Type="http://schemas.openxmlformats.org/officeDocument/2006/relationships/chart" Target="/ppt/slides/charts/chart2.xml" Id="R78d1afb27c394cc3" /><Relationship Type="http://schemas.openxmlformats.org/officeDocument/2006/relationships/notesSlide" Target="/ppt/notesSlides/notesSlide2.xml" Id="R24db3abf986244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3b09a5a944432" /><Relationship Type="http://schemas.openxmlformats.org/officeDocument/2006/relationships/notesSlide" Target="/ppt/notesSlides/notesSlide3.xml" Id="Rdd807a5017c440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ed9752c0204485" /><Relationship Type="http://schemas.openxmlformats.org/officeDocument/2006/relationships/notesSlide" Target="/ppt/notesSlides/notesSlide4.xml" Id="R7922be4f013d4a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f0c4bb56f47da" /><Relationship Type="http://schemas.openxmlformats.org/officeDocument/2006/relationships/chart" Target="/ppt/slides/charts/chart3.xml" Id="R6a7f1e9615c04152" /><Relationship Type="http://schemas.openxmlformats.org/officeDocument/2006/relationships/notesSlide" Target="/ppt/notesSlides/notesSlide5.xml" Id="Refd6b2e780514e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2753661c9a4f3e" /><Relationship Type="http://schemas.openxmlformats.org/officeDocument/2006/relationships/notesSlide" Target="/ppt/notesSlides/notesSlide6.xml" Id="R50f92974d06d49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ca803516b24866" /><Relationship Type="http://schemas.openxmlformats.org/officeDocument/2006/relationships/chart" Target="/ppt/slides/charts/chart4.xml" Id="R0ed3cef13f954d36" /><Relationship Type="http://schemas.openxmlformats.org/officeDocument/2006/relationships/notesSlide" Target="/ppt/notesSlides/notesSlide7.xml" Id="Ra93f89c05aba47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3cd0fa46734de7" /><Relationship Type="http://schemas.openxmlformats.org/officeDocument/2006/relationships/chart" Target="/ppt/slides/charts/chart5.xml" Id="R005cbcc9ce854ced" /><Relationship Type="http://schemas.openxmlformats.org/officeDocument/2006/relationships/notesSlide" Target="/ppt/notesSlides/notesSlide8.xml" Id="R0eb5dff497fa4c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9cb2f11fab45a3" /><Relationship Type="http://schemas.openxmlformats.org/officeDocument/2006/relationships/notesSlide" Target="/ppt/notesSlides/notesSlide9.xml" Id="R7197571842034a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3f88ff2d8a483a" /><Relationship Type="http://schemas.openxmlformats.org/officeDocument/2006/relationships/notesSlide" Target="/ppt/notesSlides/notesSlide10.xml" Id="R3b669d109fdb4cd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Portfolio</c:v>
          </c:tx>
          <c:spPr>
            <a:solidFill xmlns:a="http://schemas.openxmlformats.org/drawingml/2006/main">
              <a:srgbClr val="0B6B75"/>
            </a:solidFill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100</c:v>
                </c:pt>
                <c:pt idx="1">
                  <c:v>92</c:v>
                </c:pt>
                <c:pt idx="2">
                  <c:v>126</c:v>
                </c:pt>
                <c:pt idx="3">
                  <c:v>119</c:v>
                </c:pt>
                <c:pt idx="4">
                  <c:v>151</c:v>
                </c:pt>
                <c:pt idx="5">
                  <c:v>184</c:v>
                </c:pt>
              </c:numCache>
            </c:numRef>
          </c:val>
        </c:ser>
        <c:ser>
          <c:idx val="1"/>
          <c:order val="1"/>
          <c:tx>
            <c:v>Benchmark</c:v>
          </c:tx>
          <c:spPr>
            <a:solidFill xmlns:a="http://schemas.openxmlformats.org/drawingml/2006/main">
              <a:srgbClr val="8FA3B7"/>
            </a:solidFill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100</c:v>
                </c:pt>
                <c:pt idx="1">
                  <c:v>95</c:v>
                </c:pt>
                <c:pt idx="2">
                  <c:v>117</c:v>
                </c:pt>
                <c:pt idx="3">
                  <c:v>109</c:v>
                </c:pt>
                <c:pt idx="4">
                  <c:v>128</c:v>
                </c:pt>
                <c:pt idx="5">
                  <c:v>149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Portfolio</c:v>
          </c:tx>
          <c:spPr>
            <a:solidFill xmlns:a="http://schemas.openxmlformats.org/drawingml/2006/main">
              <a:srgbClr val="4ADE80"/>
            </a:solidFill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100</c:v>
                </c:pt>
                <c:pt idx="1">
                  <c:v>92</c:v>
                </c:pt>
                <c:pt idx="2">
                  <c:v>126</c:v>
                </c:pt>
                <c:pt idx="3">
                  <c:v>119</c:v>
                </c:pt>
                <c:pt idx="4">
                  <c:v>151</c:v>
                </c:pt>
                <c:pt idx="5">
                  <c:v>184</c:v>
                </c:pt>
              </c:numCache>
            </c:numRef>
          </c:val>
        </c:ser>
        <c:ser>
          <c:idx val="1"/>
          <c:order val="1"/>
          <c:tx>
            <c:v>Benchmark</c:v>
          </c:tx>
          <c:spPr>
            <a:solidFill xmlns:a="http://schemas.openxmlformats.org/drawingml/2006/main">
              <a:srgbClr val="64748B"/>
            </a:solidFill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100</c:v>
                </c:pt>
                <c:pt idx="1">
                  <c:v>95</c:v>
                </c:pt>
                <c:pt idx="2">
                  <c:v>117</c:v>
                </c:pt>
                <c:pt idx="3">
                  <c:v>109</c:v>
                </c:pt>
                <c:pt idx="4">
                  <c:v>128</c:v>
                </c:pt>
                <c:pt idx="5">
                  <c:v>149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3415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1-day VaR</c:v>
          </c:tx>
          <c:spPr>
            <a:solidFill xmlns:a="http://schemas.openxmlformats.org/drawingml/2006/main">
              <a:srgbClr val="0F766E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HS</c:v>
                </c:pt>
                <c:pt idx="1">
                  <c:v>EWMA</c:v>
                </c:pt>
                <c:pt idx="2">
                  <c:v>GARCH</c:v>
                </c:pt>
                <c:pt idx="3">
                  <c:v>GJR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3.37</c:v>
                </c:pt>
                <c:pt idx="1">
                  <c:v>2.36</c:v>
                </c:pt>
                <c:pt idx="2">
                  <c:v>2.65</c:v>
                </c:pt>
                <c:pt idx="3">
                  <c:v>2.82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Portfolio</c:v>
          </c:tx>
          <c:spPr>
            <a:solidFill xmlns:a="http://schemas.openxmlformats.org/drawingml/2006/main">
              <a:srgbClr val="BEF264"/>
            </a:solidFill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100</c:v>
                </c:pt>
                <c:pt idx="1">
                  <c:v>92</c:v>
                </c:pt>
                <c:pt idx="2">
                  <c:v>126</c:v>
                </c:pt>
                <c:pt idx="3">
                  <c:v>119</c:v>
                </c:pt>
                <c:pt idx="4">
                  <c:v>151</c:v>
                </c:pt>
                <c:pt idx="5">
                  <c:v>184</c:v>
                </c:pt>
              </c:numCache>
            </c:numRef>
          </c:val>
        </c:ser>
        <c:ser>
          <c:idx val="1"/>
          <c:order val="1"/>
          <c:tx>
            <c:v>Benchmark</c:v>
          </c:tx>
          <c:spPr>
            <a:solidFill xmlns:a="http://schemas.openxmlformats.org/drawingml/2006/main">
              <a:srgbClr val="F87171"/>
            </a:solidFill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100</c:v>
                </c:pt>
                <c:pt idx="1">
                  <c:v>95</c:v>
                </c:pt>
                <c:pt idx="2">
                  <c:v>117</c:v>
                </c:pt>
                <c:pt idx="3">
                  <c:v>109</c:v>
                </c:pt>
                <c:pt idx="4">
                  <c:v>128</c:v>
                </c:pt>
                <c:pt idx="5">
                  <c:v>149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3415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Portfolio</c:v>
          </c:tx>
          <c:spPr>
            <a:solidFill xmlns:a="http://schemas.openxmlformats.org/drawingml/2006/main">
              <a:srgbClr val="C084FC"/>
            </a:solidFill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100</c:v>
                </c:pt>
                <c:pt idx="1">
                  <c:v>92</c:v>
                </c:pt>
                <c:pt idx="2">
                  <c:v>126</c:v>
                </c:pt>
                <c:pt idx="3">
                  <c:v>119</c:v>
                </c:pt>
                <c:pt idx="4">
                  <c:v>151</c:v>
                </c:pt>
                <c:pt idx="5">
                  <c:v>184</c:v>
                </c:pt>
              </c:numCache>
            </c:numRef>
          </c:val>
        </c:ser>
        <c:ser>
          <c:idx val="1"/>
          <c:order val="1"/>
          <c:tx>
            <c:v>Benchmark</c:v>
          </c:tx>
          <c:spPr>
            <a:solidFill xmlns:a="http://schemas.openxmlformats.org/drawingml/2006/main">
              <a:srgbClr val="67E8F9"/>
            </a:solidFill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100</c:v>
                </c:pt>
                <c:pt idx="1">
                  <c:v>95</c:v>
                </c:pt>
                <c:pt idx="2">
                  <c:v>117</c:v>
                </c:pt>
                <c:pt idx="3">
                  <c:v>109</c:v>
                </c:pt>
                <c:pt idx="4">
                  <c:v>128</c:v>
                </c:pt>
                <c:pt idx="5">
                  <c:v>149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3415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18831-A233-45DA-9774-DA93FD19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B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B5E97-739B-4717-82CF-025EAEE2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B2A4A"/>
                </a:solidFill>
              </a:defRPr>
            </a:defPPr>
            <a:lvl1pPr>
              <a:defRPr sz="900" b="1">
                <a:solidFill>
                  <a:srgbClr val="0B2A4A"/>
                </a:solidFill>
              </a:defRPr>
            </a:lvl1pPr>
            <a:lvl2pPr>
              <a:defRPr sz="900" b="1">
                <a:solidFill>
                  <a:srgbClr val="0B2A4A"/>
                </a:solidFill>
              </a:defRPr>
            </a:lvl2pPr>
            <a:lvl3pPr>
              <a:defRPr sz="900" b="1">
                <a:solidFill>
                  <a:srgbClr val="0B2A4A"/>
                </a:solidFill>
              </a:defRPr>
            </a:lvl3pPr>
            <a:lvl4pPr>
              <a:defRPr sz="900" b="1">
                <a:solidFill>
                  <a:srgbClr val="0B2A4A"/>
                </a:solidFill>
              </a:defRPr>
            </a:lvl4pPr>
            <a:lvl5pPr>
              <a:defRPr sz="900" b="1">
                <a:solidFill>
                  <a:srgbClr val="0B2A4A"/>
                </a:solidFill>
              </a:defRPr>
            </a:lvl5pPr>
            <a:lvl6pPr>
              <a:defRPr sz="900" b="1">
                <a:solidFill>
                  <a:srgbClr val="0B2A4A"/>
                </a:solidFill>
              </a:defRPr>
            </a:lvl6pPr>
            <a:lvl7pPr>
              <a:defRPr sz="900" b="1">
                <a:solidFill>
                  <a:srgbClr val="0B2A4A"/>
                </a:solidFill>
              </a:defRPr>
            </a:lvl7pPr>
            <a:lvl8pPr>
              <a:defRPr sz="900" b="1">
                <a:solidFill>
                  <a:srgbClr val="0B2A4A"/>
                </a:solidFill>
              </a:defRPr>
            </a:lvl8pPr>
            <a:lvl9pPr>
              <a:defRPr sz="900" b="1">
                <a:solidFill>
                  <a:srgbClr val="0B2A4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B2A4A"/>
                </a:solidFill>
              </a:defRPr>
            </a:pPr>
            <a:r>
              <a:rPr sz="900" b="1">
                <a:solidFill>
                  <a:srgbClr val="0B2A4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30419-3F13-4967-BC3F-05FD28E8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  <a:lvl1pPr>
              <a:defRPr sz="900" b="1">
                <a:solidFill>
                  <a:srgbClr val="475569"/>
                </a:solidFill>
              </a:defRPr>
            </a:lvl1pPr>
            <a:lvl2pPr>
              <a:defRPr sz="900" b="1">
                <a:solidFill>
                  <a:srgbClr val="475569"/>
                </a:solidFill>
              </a:defRPr>
            </a:lvl2pPr>
            <a:lvl3pPr>
              <a:defRPr sz="900" b="1">
                <a:solidFill>
                  <a:srgbClr val="475569"/>
                </a:solidFill>
              </a:defRPr>
            </a:lvl3pPr>
            <a:lvl4pPr>
              <a:defRPr sz="900" b="1">
                <a:solidFill>
                  <a:srgbClr val="475569"/>
                </a:solidFill>
              </a:defRPr>
            </a:lvl4pPr>
            <a:lvl5pPr>
              <a:defRPr sz="900" b="1">
                <a:solidFill>
                  <a:srgbClr val="475569"/>
                </a:solidFill>
              </a:defRPr>
            </a:lvl5pPr>
            <a:lvl6pPr>
              <a:defRPr sz="900" b="1">
                <a:solidFill>
                  <a:srgbClr val="475569"/>
                </a:solidFill>
              </a:defRPr>
            </a:lvl6pPr>
            <a:lvl7pPr>
              <a:defRPr sz="900" b="1">
                <a:solidFill>
                  <a:srgbClr val="475569"/>
                </a:solidFill>
              </a:defRPr>
            </a:lvl7pPr>
            <a:lvl8pPr>
              <a:defRPr sz="900" b="1">
                <a:solidFill>
                  <a:srgbClr val="475569"/>
                </a:solidFill>
              </a:defRPr>
            </a:lvl8pPr>
            <a:lvl9pPr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INSTITUTIONAL NAVY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BF6C3-7A7A-4482-8A4C-D9484DA6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857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B2A4A"/>
                </a:solidFill>
              </a:defRPr>
            </a:defPPr>
            <a:lvl1pPr>
              <a:defRPr sz="3300" b="1">
                <a:solidFill>
                  <a:srgbClr val="0B2A4A"/>
                </a:solidFill>
              </a:defRPr>
            </a:lvl1pPr>
            <a:lvl2pPr>
              <a:defRPr sz="3300" b="1">
                <a:solidFill>
                  <a:srgbClr val="0B2A4A"/>
                </a:solidFill>
              </a:defRPr>
            </a:lvl2pPr>
            <a:lvl3pPr>
              <a:defRPr sz="3300" b="1">
                <a:solidFill>
                  <a:srgbClr val="0B2A4A"/>
                </a:solidFill>
              </a:defRPr>
            </a:lvl3pPr>
            <a:lvl4pPr>
              <a:defRPr sz="3300" b="1">
                <a:solidFill>
                  <a:srgbClr val="0B2A4A"/>
                </a:solidFill>
              </a:defRPr>
            </a:lvl4pPr>
            <a:lvl5pPr>
              <a:defRPr sz="3300" b="1">
                <a:solidFill>
                  <a:srgbClr val="0B2A4A"/>
                </a:solidFill>
              </a:defRPr>
            </a:lvl5pPr>
            <a:lvl6pPr>
              <a:defRPr sz="3300" b="1">
                <a:solidFill>
                  <a:srgbClr val="0B2A4A"/>
                </a:solidFill>
              </a:defRPr>
            </a:lvl6pPr>
            <a:lvl7pPr>
              <a:defRPr sz="3300" b="1">
                <a:solidFill>
                  <a:srgbClr val="0B2A4A"/>
                </a:solidFill>
              </a:defRPr>
            </a:lvl7pPr>
            <a:lvl8pPr>
              <a:defRPr sz="3300" b="1">
                <a:solidFill>
                  <a:srgbClr val="0B2A4A"/>
                </a:solidFill>
              </a:defRPr>
            </a:lvl8pPr>
            <a:lvl9pPr>
              <a:defRPr sz="3300" b="1">
                <a:solidFill>
                  <a:srgbClr val="0B2A4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B2A4A"/>
                </a:solidFill>
              </a:defRPr>
            </a:pPr>
            <a:r>
              <a:rPr sz="3300" b="1">
                <a:solidFill>
                  <a:srgbClr val="0B2A4A"/>
                </a:solidFill>
              </a:rPr>
              <a:t>Advanced Equity Portfolio</a:t>
            </a:r>
          </a:p>
          <a:p xmlns:a="http://schemas.openxmlformats.org/drawingml/2006/main">
            <a:pPr>
              <a:defRPr sz="3300" b="1">
                <a:solidFill>
                  <a:srgbClr val="0B2A4A"/>
                </a:solidFill>
              </a:defRPr>
            </a:pPr>
            <a:r>
              <a:rPr sz="3300" b="1">
                <a:solidFill>
                  <a:srgbClr val="0B2A4A"/>
                </a:solidFill>
              </a:rPr>
              <a:t>Risk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7A73F-BFED-414F-A819-48B0AE06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57A"/>
                </a:solidFill>
              </a:defRPr>
            </a:defPPr>
            <a:lvl1pPr>
              <a:defRPr sz="1425" b="0">
                <a:solidFill>
                  <a:srgbClr val="52657A"/>
                </a:solidFill>
              </a:defRPr>
            </a:lvl1pPr>
            <a:lvl2pPr>
              <a:defRPr sz="1425" b="0">
                <a:solidFill>
                  <a:srgbClr val="52657A"/>
                </a:solidFill>
              </a:defRPr>
            </a:lvl2pPr>
            <a:lvl3pPr>
              <a:defRPr sz="1425" b="0">
                <a:solidFill>
                  <a:srgbClr val="52657A"/>
                </a:solidFill>
              </a:defRPr>
            </a:lvl3pPr>
            <a:lvl4pPr>
              <a:defRPr sz="1425" b="0">
                <a:solidFill>
                  <a:srgbClr val="52657A"/>
                </a:solidFill>
              </a:defRPr>
            </a:lvl4pPr>
            <a:lvl5pPr>
              <a:defRPr sz="1425" b="0">
                <a:solidFill>
                  <a:srgbClr val="52657A"/>
                </a:solidFill>
              </a:defRPr>
            </a:lvl5pPr>
            <a:lvl6pPr>
              <a:defRPr sz="1425" b="0">
                <a:solidFill>
                  <a:srgbClr val="52657A"/>
                </a:solidFill>
              </a:defRPr>
            </a:lvl6pPr>
            <a:lvl7pPr>
              <a:defRPr sz="1425" b="0">
                <a:solidFill>
                  <a:srgbClr val="52657A"/>
                </a:solidFill>
              </a:defRPr>
            </a:lvl7pPr>
            <a:lvl8pPr>
              <a:defRPr sz="1425" b="0">
                <a:solidFill>
                  <a:srgbClr val="52657A"/>
                </a:solidFill>
              </a:defRPr>
            </a:lvl8pPr>
            <a:lvl9pPr>
              <a:defRPr sz="142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Portfolio construction, volatility models, VaR backtesting and stress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14FBA-20EB-4482-81F7-CD3ED4A2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76300"/>
            <a:ext cx="5524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A55AD87-5EF7-47D9-8EF7-823DA7C40189}"/>
              </a:ext>
            </a:extLst>
          </p:cNvPr>
          <p:cNvGraphicFramePr/>
          <p:nvPr/>
        </p:nvGraphicFramePr>
        <p:xfrm>
          <a:off xmlns:a="http://schemas.openxmlformats.org/drawingml/2006/main" x="6286500" y="1562100"/>
          <a:ext xmlns:a="http://schemas.openxmlformats.org/drawingml/2006/main" cx="4762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8bd8bf13724dc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2AA38-FDB8-4822-9835-D1662B81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04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2A4A"/>
                </a:solidFill>
              </a:defRPr>
            </a:defPPr>
            <a:lvl1pPr>
              <a:defRPr sz="1425" b="1">
                <a:solidFill>
                  <a:srgbClr val="0B2A4A"/>
                </a:solidFill>
              </a:defRPr>
            </a:lvl1pPr>
            <a:lvl2pPr>
              <a:defRPr sz="1425" b="1">
                <a:solidFill>
                  <a:srgbClr val="0B2A4A"/>
                </a:solidFill>
              </a:defRPr>
            </a:lvl2pPr>
            <a:lvl3pPr>
              <a:defRPr sz="1425" b="1">
                <a:solidFill>
                  <a:srgbClr val="0B2A4A"/>
                </a:solidFill>
              </a:defRPr>
            </a:lvl3pPr>
            <a:lvl4pPr>
              <a:defRPr sz="1425" b="1">
                <a:solidFill>
                  <a:srgbClr val="0B2A4A"/>
                </a:solidFill>
              </a:defRPr>
            </a:lvl4pPr>
            <a:lvl5pPr>
              <a:defRPr sz="1425" b="1">
                <a:solidFill>
                  <a:srgbClr val="0B2A4A"/>
                </a:solidFill>
              </a:defRPr>
            </a:lvl5pPr>
            <a:lvl6pPr>
              <a:defRPr sz="1425" b="1">
                <a:solidFill>
                  <a:srgbClr val="0B2A4A"/>
                </a:solidFill>
              </a:defRPr>
            </a:lvl6pPr>
            <a:lvl7pPr>
              <a:defRPr sz="1425" b="1">
                <a:solidFill>
                  <a:srgbClr val="0B2A4A"/>
                </a:solidFill>
              </a:defRPr>
            </a:lvl7pPr>
            <a:lvl8pPr>
              <a:defRPr sz="1425" b="1">
                <a:solidFill>
                  <a:srgbClr val="0B2A4A"/>
                </a:solidFill>
              </a:defRPr>
            </a:lvl8pPr>
            <a:lvl9pPr>
              <a:defRPr sz="1425" b="1">
                <a:solidFill>
                  <a:srgbClr val="0B2A4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B2A4A"/>
                </a:solidFill>
              </a:defRPr>
            </a:pPr>
            <a:r>
              <a:rPr sz="1425" b="1">
                <a:solidFill>
                  <a:srgbClr val="0B2A4A"/>
                </a:solidFill>
              </a:rPr>
              <a:t>Portfolio growth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85B6C-3D28-4C04-99DE-2103A3B4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B7C8F"/>
                </a:solidFill>
              </a:defRPr>
            </a:defPPr>
            <a:lvl1pPr>
              <a:defRPr sz="1050" b="0">
                <a:solidFill>
                  <a:srgbClr val="6B7C8F"/>
                </a:solidFill>
              </a:defRPr>
            </a:lvl1pPr>
            <a:lvl2pPr>
              <a:defRPr sz="1050" b="0">
                <a:solidFill>
                  <a:srgbClr val="6B7C8F"/>
                </a:solidFill>
              </a:defRPr>
            </a:lvl2pPr>
            <a:lvl3pPr>
              <a:defRPr sz="1050" b="0">
                <a:solidFill>
                  <a:srgbClr val="6B7C8F"/>
                </a:solidFill>
              </a:defRPr>
            </a:lvl3pPr>
            <a:lvl4pPr>
              <a:defRPr sz="1050" b="0">
                <a:solidFill>
                  <a:srgbClr val="6B7C8F"/>
                </a:solidFill>
              </a:defRPr>
            </a:lvl4pPr>
            <a:lvl5pPr>
              <a:defRPr sz="1050" b="0">
                <a:solidFill>
                  <a:srgbClr val="6B7C8F"/>
                </a:solidFill>
              </a:defRPr>
            </a:lvl5pPr>
            <a:lvl6pPr>
              <a:defRPr sz="1050" b="0">
                <a:solidFill>
                  <a:srgbClr val="6B7C8F"/>
                </a:solidFill>
              </a:defRPr>
            </a:lvl6pPr>
            <a:lvl7pPr>
              <a:defRPr sz="1050" b="0">
                <a:solidFill>
                  <a:srgbClr val="6B7C8F"/>
                </a:solidFill>
              </a:defRPr>
            </a:lvl7pPr>
            <a:lvl8pPr>
              <a:defRPr sz="1050" b="0">
                <a:solidFill>
                  <a:srgbClr val="6B7C8F"/>
                </a:solidFill>
              </a:defRPr>
            </a:lvl8pPr>
            <a:lvl9pPr>
              <a:defRPr sz="1050" b="0">
                <a:solidFill>
                  <a:srgbClr val="6B7C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Quantitative Finance Project</a:t>
            </a:r>
          </a:p>
        </p:txBody>
      </p:sp>
    </p:spTree>
    <p:extLst>
      <p:ext uri="{BB962C8B-B14F-4D97-AF65-F5344CB8AC3E}">
        <p14:creationId xmlns:p14="http://schemas.microsoft.com/office/powerpoint/2010/main" val="1245082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5E75A-F4CC-40E0-95A5-FC39B9C5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ADE80"/>
                </a:solidFill>
              </a:defRPr>
            </a:defPPr>
            <a:lvl1pPr>
              <a:defRPr sz="900" b="1">
                <a:solidFill>
                  <a:srgbClr val="4ADE80"/>
                </a:solidFill>
              </a:defRPr>
            </a:lvl1pPr>
            <a:lvl2pPr>
              <a:defRPr sz="900" b="1">
                <a:solidFill>
                  <a:srgbClr val="4ADE80"/>
                </a:solidFill>
              </a:defRPr>
            </a:lvl2pPr>
            <a:lvl3pPr>
              <a:defRPr sz="900" b="1">
                <a:solidFill>
                  <a:srgbClr val="4ADE80"/>
                </a:solidFill>
              </a:defRPr>
            </a:lvl3pPr>
            <a:lvl4pPr>
              <a:defRPr sz="900" b="1">
                <a:solidFill>
                  <a:srgbClr val="4ADE80"/>
                </a:solidFill>
              </a:defRPr>
            </a:lvl4pPr>
            <a:lvl5pPr>
              <a:defRPr sz="900" b="1">
                <a:solidFill>
                  <a:srgbClr val="4ADE80"/>
                </a:solidFill>
              </a:defRPr>
            </a:lvl5pPr>
            <a:lvl6pPr>
              <a:defRPr sz="900" b="1">
                <a:solidFill>
                  <a:srgbClr val="4ADE80"/>
                </a:solidFill>
              </a:defRPr>
            </a:lvl6pPr>
            <a:lvl7pPr>
              <a:defRPr sz="900" b="1">
                <a:solidFill>
                  <a:srgbClr val="4ADE80"/>
                </a:solidFill>
              </a:defRPr>
            </a:lvl7pPr>
            <a:lvl8pPr>
              <a:defRPr sz="900" b="1">
                <a:solidFill>
                  <a:srgbClr val="4ADE80"/>
                </a:solidFill>
              </a:defRPr>
            </a:lvl8pPr>
            <a:lvl9pPr>
              <a:defRPr sz="900" b="1">
                <a:solidFill>
                  <a:srgbClr val="4ADE80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4ADE80"/>
                </a:solidFill>
              </a:defRPr>
            </a:pPr>
            <a:r>
              <a:rPr sz="900" b="1">
                <a:solidFill>
                  <a:srgbClr val="4ADE80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1DB98-4DFE-4BD1-AB36-3782A1CF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BD5E1"/>
                </a:solidFill>
              </a:defRPr>
            </a:defPPr>
            <a:lvl1pPr>
              <a:defRPr sz="900" b="1">
                <a:solidFill>
                  <a:srgbClr val="CBD5E1"/>
                </a:solidFill>
              </a:defRPr>
            </a:lvl1pPr>
            <a:lvl2pPr>
              <a:defRPr sz="900" b="1">
                <a:solidFill>
                  <a:srgbClr val="CBD5E1"/>
                </a:solidFill>
              </a:defRPr>
            </a:lvl2pPr>
            <a:lvl3pPr>
              <a:defRPr sz="900" b="1">
                <a:solidFill>
                  <a:srgbClr val="CBD5E1"/>
                </a:solidFill>
              </a:defRPr>
            </a:lvl3pPr>
            <a:lvl4pPr>
              <a:defRPr sz="900" b="1">
                <a:solidFill>
                  <a:srgbClr val="CBD5E1"/>
                </a:solidFill>
              </a:defRPr>
            </a:lvl4pPr>
            <a:lvl5pPr>
              <a:defRPr sz="900" b="1">
                <a:solidFill>
                  <a:srgbClr val="CBD5E1"/>
                </a:solidFill>
              </a:defRPr>
            </a:lvl5pPr>
            <a:lvl6pPr>
              <a:defRPr sz="900" b="1">
                <a:solidFill>
                  <a:srgbClr val="CBD5E1"/>
                </a:solidFill>
              </a:defRPr>
            </a:lvl6pPr>
            <a:lvl7pPr>
              <a:defRPr sz="900" b="1">
                <a:solidFill>
                  <a:srgbClr val="CBD5E1"/>
                </a:solidFill>
              </a:defRPr>
            </a:lvl7pPr>
            <a:lvl8pPr>
              <a:defRPr sz="900" b="1">
                <a:solidFill>
                  <a:srgbClr val="CBD5E1"/>
                </a:solidFill>
              </a:defRPr>
            </a:lvl8pPr>
            <a:lvl9pPr>
              <a:defRPr sz="900" b="1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TERMINAL DARK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D71C3-E468-47C7-8633-B0AAFE89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0FDF4"/>
                </a:solidFill>
              </a:defRPr>
            </a:defPPr>
            <a:lvl1pPr>
              <a:defRPr sz="3750" b="1">
                <a:solidFill>
                  <a:srgbClr val="F0FDF4"/>
                </a:solidFill>
              </a:defRPr>
            </a:lvl1pPr>
            <a:lvl2pPr>
              <a:defRPr sz="3750" b="1">
                <a:solidFill>
                  <a:srgbClr val="F0FDF4"/>
                </a:solidFill>
              </a:defRPr>
            </a:lvl2pPr>
            <a:lvl3pPr>
              <a:defRPr sz="3750" b="1">
                <a:solidFill>
                  <a:srgbClr val="F0FDF4"/>
                </a:solidFill>
              </a:defRPr>
            </a:lvl3pPr>
            <a:lvl4pPr>
              <a:defRPr sz="3750" b="1">
                <a:solidFill>
                  <a:srgbClr val="F0FDF4"/>
                </a:solidFill>
              </a:defRPr>
            </a:lvl4pPr>
            <a:lvl5pPr>
              <a:defRPr sz="3750" b="1">
                <a:solidFill>
                  <a:srgbClr val="F0FDF4"/>
                </a:solidFill>
              </a:defRPr>
            </a:lvl5pPr>
            <a:lvl6pPr>
              <a:defRPr sz="3750" b="1">
                <a:solidFill>
                  <a:srgbClr val="F0FDF4"/>
                </a:solidFill>
              </a:defRPr>
            </a:lvl6pPr>
            <a:lvl7pPr>
              <a:defRPr sz="3750" b="1">
                <a:solidFill>
                  <a:srgbClr val="F0FDF4"/>
                </a:solidFill>
              </a:defRPr>
            </a:lvl7pPr>
            <a:lvl8pPr>
              <a:defRPr sz="3750" b="1">
                <a:solidFill>
                  <a:srgbClr val="F0FDF4"/>
                </a:solidFill>
              </a:defRPr>
            </a:lvl8pPr>
            <a:lvl9pPr>
              <a:defRPr sz="3750" b="1">
                <a:solidFill>
                  <a:srgbClr val="F0FDF4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0FDF4"/>
                </a:solidFill>
              </a:defRPr>
            </a:pPr>
            <a:r>
              <a:rPr sz="3750" b="1">
                <a:solidFill>
                  <a:srgbClr val="F0FDF4"/>
                </a:solidFill>
              </a:rPr>
              <a:t>Risk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E082C-6BC6-45B3-B952-2FEBD21A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6EFAC"/>
                </a:solidFill>
              </a:defRPr>
            </a:defPPr>
            <a:lvl1pPr>
              <a:defRPr sz="1350" b="0">
                <a:solidFill>
                  <a:srgbClr val="86EFAC"/>
                </a:solidFill>
              </a:defRPr>
            </a:lvl1pPr>
            <a:lvl2pPr>
              <a:defRPr sz="1350" b="0">
                <a:solidFill>
                  <a:srgbClr val="86EFAC"/>
                </a:solidFill>
              </a:defRPr>
            </a:lvl2pPr>
            <a:lvl3pPr>
              <a:defRPr sz="1350" b="0">
                <a:solidFill>
                  <a:srgbClr val="86EFAC"/>
                </a:solidFill>
              </a:defRPr>
            </a:lvl3pPr>
            <a:lvl4pPr>
              <a:defRPr sz="1350" b="0">
                <a:solidFill>
                  <a:srgbClr val="86EFAC"/>
                </a:solidFill>
              </a:defRPr>
            </a:lvl4pPr>
            <a:lvl5pPr>
              <a:defRPr sz="1350" b="0">
                <a:solidFill>
                  <a:srgbClr val="86EFAC"/>
                </a:solidFill>
              </a:defRPr>
            </a:lvl5pPr>
            <a:lvl6pPr>
              <a:defRPr sz="1350" b="0">
                <a:solidFill>
                  <a:srgbClr val="86EFAC"/>
                </a:solidFill>
              </a:defRPr>
            </a:lvl6pPr>
            <a:lvl7pPr>
              <a:defRPr sz="1350" b="0">
                <a:solidFill>
                  <a:srgbClr val="86EFAC"/>
                </a:solidFill>
              </a:defRPr>
            </a:lvl7pPr>
            <a:lvl8pPr>
              <a:defRPr sz="1350" b="0">
                <a:solidFill>
                  <a:srgbClr val="86EFAC"/>
                </a:solidFill>
              </a:defRPr>
            </a:lvl8pPr>
            <a:lvl9pPr>
              <a:defRPr sz="1350" b="0">
                <a:solidFill>
                  <a:srgbClr val="86EFA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6EFAC"/>
                </a:solidFill>
              </a:defRPr>
            </a:pPr>
            <a:r>
              <a:rPr sz="1350" b="0">
                <a:solidFill>
                  <a:srgbClr val="86EFAC"/>
                </a:solidFill>
              </a:rPr>
              <a:t>Live portfolio diagnostics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9203F-A1DC-40D6-93BF-31233301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A"/>
          </a:solidFill>
          <a:ln xmlns:a="http://schemas.openxmlformats.org/drawingml/2006/main" w="0">
            <a:solidFill>
              <a:srgbClr val="244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664AE-B686-4F7F-930C-066C7A49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DF4"/>
                </a:solidFill>
              </a:defRPr>
            </a:defPPr>
            <a:lvl1pPr>
              <a:defRPr sz="2850" b="1">
                <a:solidFill>
                  <a:srgbClr val="F0FDF4"/>
                </a:solidFill>
              </a:defRPr>
            </a:lvl1pPr>
            <a:lvl2pPr>
              <a:defRPr sz="2850" b="1">
                <a:solidFill>
                  <a:srgbClr val="F0FDF4"/>
                </a:solidFill>
              </a:defRPr>
            </a:lvl2pPr>
            <a:lvl3pPr>
              <a:defRPr sz="2850" b="1">
                <a:solidFill>
                  <a:srgbClr val="F0FDF4"/>
                </a:solidFill>
              </a:defRPr>
            </a:lvl3pPr>
            <a:lvl4pPr>
              <a:defRPr sz="2850" b="1">
                <a:solidFill>
                  <a:srgbClr val="F0FDF4"/>
                </a:solidFill>
              </a:defRPr>
            </a:lvl4pPr>
            <a:lvl5pPr>
              <a:defRPr sz="2850" b="1">
                <a:solidFill>
                  <a:srgbClr val="F0FDF4"/>
                </a:solidFill>
              </a:defRPr>
            </a:lvl5pPr>
            <a:lvl6pPr>
              <a:defRPr sz="2850" b="1">
                <a:solidFill>
                  <a:srgbClr val="F0FDF4"/>
                </a:solidFill>
              </a:defRPr>
            </a:lvl6pPr>
            <a:lvl7pPr>
              <a:defRPr sz="2850" b="1">
                <a:solidFill>
                  <a:srgbClr val="F0FDF4"/>
                </a:solidFill>
              </a:defRPr>
            </a:lvl7pPr>
            <a:lvl8pPr>
              <a:defRPr sz="2850" b="1">
                <a:solidFill>
                  <a:srgbClr val="F0FDF4"/>
                </a:solidFill>
              </a:defRPr>
            </a:lvl8pPr>
            <a:lvl9pPr>
              <a:defRPr sz="2850" b="1">
                <a:solidFill>
                  <a:srgbClr val="F0FDF4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DF4"/>
                </a:solidFill>
              </a:defRPr>
            </a:pPr>
            <a:r>
              <a:rPr sz="2850" b="1">
                <a:solidFill>
                  <a:srgbClr val="F0FDF4"/>
                </a:solidFill>
              </a:rPr>
              <a:t>31.6%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0067F-7808-4BB7-A38C-EE9DB236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C9A8F"/>
                </a:solidFill>
              </a:defRPr>
            </a:defPPr>
            <a:lvl1pPr>
              <a:defRPr sz="1050" b="0">
                <a:solidFill>
                  <a:srgbClr val="7C9A8F"/>
                </a:solidFill>
              </a:defRPr>
            </a:lvl1pPr>
            <a:lvl2pPr>
              <a:defRPr sz="1050" b="0">
                <a:solidFill>
                  <a:srgbClr val="7C9A8F"/>
                </a:solidFill>
              </a:defRPr>
            </a:lvl2pPr>
            <a:lvl3pPr>
              <a:defRPr sz="1050" b="0">
                <a:solidFill>
                  <a:srgbClr val="7C9A8F"/>
                </a:solidFill>
              </a:defRPr>
            </a:lvl3pPr>
            <a:lvl4pPr>
              <a:defRPr sz="1050" b="0">
                <a:solidFill>
                  <a:srgbClr val="7C9A8F"/>
                </a:solidFill>
              </a:defRPr>
            </a:lvl4pPr>
            <a:lvl5pPr>
              <a:defRPr sz="1050" b="0">
                <a:solidFill>
                  <a:srgbClr val="7C9A8F"/>
                </a:solidFill>
              </a:defRPr>
            </a:lvl5pPr>
            <a:lvl6pPr>
              <a:defRPr sz="1050" b="0">
                <a:solidFill>
                  <a:srgbClr val="7C9A8F"/>
                </a:solidFill>
              </a:defRPr>
            </a:lvl6pPr>
            <a:lvl7pPr>
              <a:defRPr sz="1050" b="0">
                <a:solidFill>
                  <a:srgbClr val="7C9A8F"/>
                </a:solidFill>
              </a:defRPr>
            </a:lvl7pPr>
            <a:lvl8pPr>
              <a:defRPr sz="1050" b="0">
                <a:solidFill>
                  <a:srgbClr val="7C9A8F"/>
                </a:solidFill>
              </a:defRPr>
            </a:lvl8pPr>
            <a:lvl9pPr>
              <a:defRPr sz="1050" b="0">
                <a:solidFill>
                  <a:srgbClr val="7C9A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C9A8F"/>
                </a:solidFill>
              </a:defRPr>
            </a:pPr>
            <a:r>
              <a:rPr sz="1050" b="0">
                <a:solidFill>
                  <a:srgbClr val="7C9A8F"/>
                </a:solidFill>
              </a:rPr>
              <a:t>annual return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0641D-5B36-4F1A-B4B8-69FBF88E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DF4"/>
                </a:solidFill>
              </a:defRPr>
            </a:defPPr>
            <a:lvl1pPr>
              <a:defRPr sz="2850" b="1">
                <a:solidFill>
                  <a:srgbClr val="F0FDF4"/>
                </a:solidFill>
              </a:defRPr>
            </a:lvl1pPr>
            <a:lvl2pPr>
              <a:defRPr sz="2850" b="1">
                <a:solidFill>
                  <a:srgbClr val="F0FDF4"/>
                </a:solidFill>
              </a:defRPr>
            </a:lvl2pPr>
            <a:lvl3pPr>
              <a:defRPr sz="2850" b="1">
                <a:solidFill>
                  <a:srgbClr val="F0FDF4"/>
                </a:solidFill>
              </a:defRPr>
            </a:lvl3pPr>
            <a:lvl4pPr>
              <a:defRPr sz="2850" b="1">
                <a:solidFill>
                  <a:srgbClr val="F0FDF4"/>
                </a:solidFill>
              </a:defRPr>
            </a:lvl4pPr>
            <a:lvl5pPr>
              <a:defRPr sz="2850" b="1">
                <a:solidFill>
                  <a:srgbClr val="F0FDF4"/>
                </a:solidFill>
              </a:defRPr>
            </a:lvl5pPr>
            <a:lvl6pPr>
              <a:defRPr sz="2850" b="1">
                <a:solidFill>
                  <a:srgbClr val="F0FDF4"/>
                </a:solidFill>
              </a:defRPr>
            </a:lvl6pPr>
            <a:lvl7pPr>
              <a:defRPr sz="2850" b="1">
                <a:solidFill>
                  <a:srgbClr val="F0FDF4"/>
                </a:solidFill>
              </a:defRPr>
            </a:lvl7pPr>
            <a:lvl8pPr>
              <a:defRPr sz="2850" b="1">
                <a:solidFill>
                  <a:srgbClr val="F0FDF4"/>
                </a:solidFill>
              </a:defRPr>
            </a:lvl8pPr>
            <a:lvl9pPr>
              <a:defRPr sz="2850" b="1">
                <a:solidFill>
                  <a:srgbClr val="F0FDF4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DF4"/>
                </a:solidFill>
              </a:defRPr>
            </a:pPr>
            <a:r>
              <a:rPr sz="2850" b="1">
                <a:solidFill>
                  <a:srgbClr val="F0FDF4"/>
                </a:solidFill>
              </a:rPr>
              <a:t>21.9%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AC941-44FA-46DE-B1A7-D56B5C93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90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C9A8F"/>
                </a:solidFill>
              </a:defRPr>
            </a:defPPr>
            <a:lvl1pPr>
              <a:defRPr sz="1050" b="0">
                <a:solidFill>
                  <a:srgbClr val="7C9A8F"/>
                </a:solidFill>
              </a:defRPr>
            </a:lvl1pPr>
            <a:lvl2pPr>
              <a:defRPr sz="1050" b="0">
                <a:solidFill>
                  <a:srgbClr val="7C9A8F"/>
                </a:solidFill>
              </a:defRPr>
            </a:lvl2pPr>
            <a:lvl3pPr>
              <a:defRPr sz="1050" b="0">
                <a:solidFill>
                  <a:srgbClr val="7C9A8F"/>
                </a:solidFill>
              </a:defRPr>
            </a:lvl3pPr>
            <a:lvl4pPr>
              <a:defRPr sz="1050" b="0">
                <a:solidFill>
                  <a:srgbClr val="7C9A8F"/>
                </a:solidFill>
              </a:defRPr>
            </a:lvl4pPr>
            <a:lvl5pPr>
              <a:defRPr sz="1050" b="0">
                <a:solidFill>
                  <a:srgbClr val="7C9A8F"/>
                </a:solidFill>
              </a:defRPr>
            </a:lvl5pPr>
            <a:lvl6pPr>
              <a:defRPr sz="1050" b="0">
                <a:solidFill>
                  <a:srgbClr val="7C9A8F"/>
                </a:solidFill>
              </a:defRPr>
            </a:lvl6pPr>
            <a:lvl7pPr>
              <a:defRPr sz="1050" b="0">
                <a:solidFill>
                  <a:srgbClr val="7C9A8F"/>
                </a:solidFill>
              </a:defRPr>
            </a:lvl7pPr>
            <a:lvl8pPr>
              <a:defRPr sz="1050" b="0">
                <a:solidFill>
                  <a:srgbClr val="7C9A8F"/>
                </a:solidFill>
              </a:defRPr>
            </a:lvl8pPr>
            <a:lvl9pPr>
              <a:defRPr sz="1050" b="0">
                <a:solidFill>
                  <a:srgbClr val="7C9A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C9A8F"/>
                </a:solidFill>
              </a:defRPr>
            </a:pPr>
            <a:r>
              <a:rPr sz="1050" b="0">
                <a:solidFill>
                  <a:srgbClr val="7C9A8F"/>
                </a:solidFill>
              </a:rPr>
              <a:t>annual volatility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C634B-0C06-41E6-97B9-CA98B72B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57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4ADE80"/>
                </a:solidFill>
              </a:defRPr>
            </a:defPPr>
            <a:lvl1pPr>
              <a:defRPr sz="2850" b="1">
                <a:solidFill>
                  <a:srgbClr val="4ADE80"/>
                </a:solidFill>
              </a:defRPr>
            </a:lvl1pPr>
            <a:lvl2pPr>
              <a:defRPr sz="2850" b="1">
                <a:solidFill>
                  <a:srgbClr val="4ADE80"/>
                </a:solidFill>
              </a:defRPr>
            </a:lvl2pPr>
            <a:lvl3pPr>
              <a:defRPr sz="2850" b="1">
                <a:solidFill>
                  <a:srgbClr val="4ADE80"/>
                </a:solidFill>
              </a:defRPr>
            </a:lvl3pPr>
            <a:lvl4pPr>
              <a:defRPr sz="2850" b="1">
                <a:solidFill>
                  <a:srgbClr val="4ADE80"/>
                </a:solidFill>
              </a:defRPr>
            </a:lvl4pPr>
            <a:lvl5pPr>
              <a:defRPr sz="2850" b="1">
                <a:solidFill>
                  <a:srgbClr val="4ADE80"/>
                </a:solidFill>
              </a:defRPr>
            </a:lvl5pPr>
            <a:lvl6pPr>
              <a:defRPr sz="2850" b="1">
                <a:solidFill>
                  <a:srgbClr val="4ADE80"/>
                </a:solidFill>
              </a:defRPr>
            </a:lvl6pPr>
            <a:lvl7pPr>
              <a:defRPr sz="2850" b="1">
                <a:solidFill>
                  <a:srgbClr val="4ADE80"/>
                </a:solidFill>
              </a:defRPr>
            </a:lvl7pPr>
            <a:lvl8pPr>
              <a:defRPr sz="2850" b="1">
                <a:solidFill>
                  <a:srgbClr val="4ADE80"/>
                </a:solidFill>
              </a:defRPr>
            </a:lvl8pPr>
            <a:lvl9pPr>
              <a:defRPr sz="2850" b="1">
                <a:solidFill>
                  <a:srgbClr val="4ADE80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4ADE80"/>
                </a:solidFill>
              </a:defRPr>
            </a:pPr>
            <a:r>
              <a:rPr sz="2850" b="1">
                <a:solidFill>
                  <a:srgbClr val="4ADE80"/>
                </a:solidFill>
              </a:rPr>
              <a:t>1.28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CA329-6FF8-4B02-A784-69D4D6BF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90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C9A8F"/>
                </a:solidFill>
              </a:defRPr>
            </a:defPPr>
            <a:lvl1pPr>
              <a:defRPr sz="1050" b="0">
                <a:solidFill>
                  <a:srgbClr val="7C9A8F"/>
                </a:solidFill>
              </a:defRPr>
            </a:lvl1pPr>
            <a:lvl2pPr>
              <a:defRPr sz="1050" b="0">
                <a:solidFill>
                  <a:srgbClr val="7C9A8F"/>
                </a:solidFill>
              </a:defRPr>
            </a:lvl2pPr>
            <a:lvl3pPr>
              <a:defRPr sz="1050" b="0">
                <a:solidFill>
                  <a:srgbClr val="7C9A8F"/>
                </a:solidFill>
              </a:defRPr>
            </a:lvl3pPr>
            <a:lvl4pPr>
              <a:defRPr sz="1050" b="0">
                <a:solidFill>
                  <a:srgbClr val="7C9A8F"/>
                </a:solidFill>
              </a:defRPr>
            </a:lvl4pPr>
            <a:lvl5pPr>
              <a:defRPr sz="1050" b="0">
                <a:solidFill>
                  <a:srgbClr val="7C9A8F"/>
                </a:solidFill>
              </a:defRPr>
            </a:lvl5pPr>
            <a:lvl6pPr>
              <a:defRPr sz="1050" b="0">
                <a:solidFill>
                  <a:srgbClr val="7C9A8F"/>
                </a:solidFill>
              </a:defRPr>
            </a:lvl6pPr>
            <a:lvl7pPr>
              <a:defRPr sz="1050" b="0">
                <a:solidFill>
                  <a:srgbClr val="7C9A8F"/>
                </a:solidFill>
              </a:defRPr>
            </a:lvl7pPr>
            <a:lvl8pPr>
              <a:defRPr sz="1050" b="0">
                <a:solidFill>
                  <a:srgbClr val="7C9A8F"/>
                </a:solidFill>
              </a:defRPr>
            </a:lvl8pPr>
            <a:lvl9pPr>
              <a:defRPr sz="1050" b="0">
                <a:solidFill>
                  <a:srgbClr val="7C9A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C9A8F"/>
                </a:solidFill>
              </a:defRPr>
            </a:pPr>
            <a:r>
              <a:rPr sz="1050" b="0">
                <a:solidFill>
                  <a:srgbClr val="7C9A8F"/>
                </a:solidFill>
              </a:rPr>
              <a:t>Sharpe ratio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C18FA-FA2A-41FA-B6AC-F70E4394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B7185"/>
                </a:solidFill>
              </a:defRPr>
            </a:defPPr>
            <a:lvl1pPr>
              <a:defRPr sz="2850" b="1">
                <a:solidFill>
                  <a:srgbClr val="FB7185"/>
                </a:solidFill>
              </a:defRPr>
            </a:lvl1pPr>
            <a:lvl2pPr>
              <a:defRPr sz="2850" b="1">
                <a:solidFill>
                  <a:srgbClr val="FB7185"/>
                </a:solidFill>
              </a:defRPr>
            </a:lvl2pPr>
            <a:lvl3pPr>
              <a:defRPr sz="2850" b="1">
                <a:solidFill>
                  <a:srgbClr val="FB7185"/>
                </a:solidFill>
              </a:defRPr>
            </a:lvl3pPr>
            <a:lvl4pPr>
              <a:defRPr sz="2850" b="1">
                <a:solidFill>
                  <a:srgbClr val="FB7185"/>
                </a:solidFill>
              </a:defRPr>
            </a:lvl4pPr>
            <a:lvl5pPr>
              <a:defRPr sz="2850" b="1">
                <a:solidFill>
                  <a:srgbClr val="FB7185"/>
                </a:solidFill>
              </a:defRPr>
            </a:lvl5pPr>
            <a:lvl6pPr>
              <a:defRPr sz="2850" b="1">
                <a:solidFill>
                  <a:srgbClr val="FB7185"/>
                </a:solidFill>
              </a:defRPr>
            </a:lvl6pPr>
            <a:lvl7pPr>
              <a:defRPr sz="2850" b="1">
                <a:solidFill>
                  <a:srgbClr val="FB7185"/>
                </a:solidFill>
              </a:defRPr>
            </a:lvl7pPr>
            <a:lvl8pPr>
              <a:defRPr sz="2850" b="1">
                <a:solidFill>
                  <a:srgbClr val="FB7185"/>
                </a:solidFill>
              </a:defRPr>
            </a:lvl8pPr>
            <a:lvl9pPr>
              <a:defRPr sz="2850" b="1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B7185"/>
                </a:solidFill>
              </a:defRPr>
            </a:pPr>
            <a:r>
              <a:rPr sz="2850" b="1">
                <a:solidFill>
                  <a:srgbClr val="FB7185"/>
                </a:solidFill>
              </a:rPr>
              <a:t>−34.9%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4C4D5-4458-43CA-A2FC-96984B54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C9A8F"/>
                </a:solidFill>
              </a:defRPr>
            </a:defPPr>
            <a:lvl1pPr>
              <a:defRPr sz="1050" b="0">
                <a:solidFill>
                  <a:srgbClr val="7C9A8F"/>
                </a:solidFill>
              </a:defRPr>
            </a:lvl1pPr>
            <a:lvl2pPr>
              <a:defRPr sz="1050" b="0">
                <a:solidFill>
                  <a:srgbClr val="7C9A8F"/>
                </a:solidFill>
              </a:defRPr>
            </a:lvl2pPr>
            <a:lvl3pPr>
              <a:defRPr sz="1050" b="0">
                <a:solidFill>
                  <a:srgbClr val="7C9A8F"/>
                </a:solidFill>
              </a:defRPr>
            </a:lvl3pPr>
            <a:lvl4pPr>
              <a:defRPr sz="1050" b="0">
                <a:solidFill>
                  <a:srgbClr val="7C9A8F"/>
                </a:solidFill>
              </a:defRPr>
            </a:lvl4pPr>
            <a:lvl5pPr>
              <a:defRPr sz="1050" b="0">
                <a:solidFill>
                  <a:srgbClr val="7C9A8F"/>
                </a:solidFill>
              </a:defRPr>
            </a:lvl5pPr>
            <a:lvl6pPr>
              <a:defRPr sz="1050" b="0">
                <a:solidFill>
                  <a:srgbClr val="7C9A8F"/>
                </a:solidFill>
              </a:defRPr>
            </a:lvl6pPr>
            <a:lvl7pPr>
              <a:defRPr sz="1050" b="0">
                <a:solidFill>
                  <a:srgbClr val="7C9A8F"/>
                </a:solidFill>
              </a:defRPr>
            </a:lvl7pPr>
            <a:lvl8pPr>
              <a:defRPr sz="1050" b="0">
                <a:solidFill>
                  <a:srgbClr val="7C9A8F"/>
                </a:solidFill>
              </a:defRPr>
            </a:lvl8pPr>
            <a:lvl9pPr>
              <a:defRPr sz="1050" b="0">
                <a:solidFill>
                  <a:srgbClr val="7C9A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C9A8F"/>
                </a:solidFill>
              </a:defRPr>
            </a:pPr>
            <a:r>
              <a:rPr sz="1050" b="0">
                <a:solidFill>
                  <a:srgbClr val="7C9A8F"/>
                </a:solidFill>
              </a:rPr>
              <a:t>maximum drawdown</a:t>
            </a:r>
          </a:p>
        </p:txBody>
      </p:sp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11433026-4D21-452C-B694-94E5877523AD}"/>
              </a:ext>
            </a:extLst>
          </p:cNvPr>
          <p:cNvGraphicFramePr/>
          <p:nvPr/>
        </p:nvGraphicFramePr>
        <p:xfrm>
          <a:off xmlns:a="http://schemas.openxmlformats.org/drawingml/2006/main" x="647700" y="4191000"/>
          <a:ext xmlns:a="http://schemas.openxmlformats.org/drawingml/2006/main" cx="10096500" cy="2038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d1afb27c394cc3"/>
          </a:graphicData>
        </a:graphic>
      </p:graphicFrame>
    </p:spTree>
    <p:extLst>
      <p:ext uri="{BB962C8B-B14F-4D97-AF65-F5344CB8AC3E}">
        <p14:creationId xmlns:p14="http://schemas.microsoft.com/office/powerpoint/2010/main" val="21257895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D3CD8-1263-4F94-A561-0D3DF44C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9A3412"/>
                </a:solidFill>
              </a:defRPr>
            </a:defPPr>
            <a:lvl1pPr>
              <a:defRPr sz="900" b="1">
                <a:solidFill>
                  <a:srgbClr val="9A3412"/>
                </a:solidFill>
              </a:defRPr>
            </a:lvl1pPr>
            <a:lvl2pPr>
              <a:defRPr sz="900" b="1">
                <a:solidFill>
                  <a:srgbClr val="9A3412"/>
                </a:solidFill>
              </a:defRPr>
            </a:lvl2pPr>
            <a:lvl3pPr>
              <a:defRPr sz="900" b="1">
                <a:solidFill>
                  <a:srgbClr val="9A3412"/>
                </a:solidFill>
              </a:defRPr>
            </a:lvl3pPr>
            <a:lvl4pPr>
              <a:defRPr sz="900" b="1">
                <a:solidFill>
                  <a:srgbClr val="9A3412"/>
                </a:solidFill>
              </a:defRPr>
            </a:lvl4pPr>
            <a:lvl5pPr>
              <a:defRPr sz="900" b="1">
                <a:solidFill>
                  <a:srgbClr val="9A3412"/>
                </a:solidFill>
              </a:defRPr>
            </a:lvl5pPr>
            <a:lvl6pPr>
              <a:defRPr sz="900" b="1">
                <a:solidFill>
                  <a:srgbClr val="9A3412"/>
                </a:solidFill>
              </a:defRPr>
            </a:lvl6pPr>
            <a:lvl7pPr>
              <a:defRPr sz="900" b="1">
                <a:solidFill>
                  <a:srgbClr val="9A3412"/>
                </a:solidFill>
              </a:defRPr>
            </a:lvl7pPr>
            <a:lvl8pPr>
              <a:defRPr sz="900" b="1">
                <a:solidFill>
                  <a:srgbClr val="9A3412"/>
                </a:solidFill>
              </a:defRPr>
            </a:lvl8pPr>
            <a:lvl9pPr>
              <a:defRPr sz="900" b="1">
                <a:solidFill>
                  <a:srgbClr val="9A3412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9A3412"/>
                </a:solidFill>
              </a:defRPr>
            </a:pPr>
            <a:r>
              <a:rPr sz="900" b="1">
                <a:solidFill>
                  <a:srgbClr val="9A3412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CEDC2-046C-4CA3-AC70-24357CF8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  <a:lvl1pPr>
              <a:defRPr sz="900" b="1">
                <a:solidFill>
                  <a:srgbClr val="475569"/>
                </a:solidFill>
              </a:defRPr>
            </a:lvl1pPr>
            <a:lvl2pPr>
              <a:defRPr sz="900" b="1">
                <a:solidFill>
                  <a:srgbClr val="475569"/>
                </a:solidFill>
              </a:defRPr>
            </a:lvl2pPr>
            <a:lvl3pPr>
              <a:defRPr sz="900" b="1">
                <a:solidFill>
                  <a:srgbClr val="475569"/>
                </a:solidFill>
              </a:defRPr>
            </a:lvl3pPr>
            <a:lvl4pPr>
              <a:defRPr sz="900" b="1">
                <a:solidFill>
                  <a:srgbClr val="475569"/>
                </a:solidFill>
              </a:defRPr>
            </a:lvl4pPr>
            <a:lvl5pPr>
              <a:defRPr sz="900" b="1">
                <a:solidFill>
                  <a:srgbClr val="475569"/>
                </a:solidFill>
              </a:defRPr>
            </a:lvl5pPr>
            <a:lvl6pPr>
              <a:defRPr sz="900" b="1">
                <a:solidFill>
                  <a:srgbClr val="475569"/>
                </a:solidFill>
              </a:defRPr>
            </a:lvl6pPr>
            <a:lvl7pPr>
              <a:defRPr sz="900" b="1">
                <a:solidFill>
                  <a:srgbClr val="475569"/>
                </a:solidFill>
              </a:defRPr>
            </a:lvl7pPr>
            <a:lvl8pPr>
              <a:defRPr sz="900" b="1">
                <a:solidFill>
                  <a:srgbClr val="475569"/>
                </a:solidFill>
              </a:defRPr>
            </a:lvl8pPr>
            <a:lvl9pPr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EDITORIAL IVORY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85B9C-A248-4413-B9D9-31923A85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F2933"/>
                </a:solidFill>
              </a:defRPr>
            </a:defPPr>
            <a:lvl1pPr>
              <a:defRPr sz="3225" b="1">
                <a:solidFill>
                  <a:srgbClr val="1F2933"/>
                </a:solidFill>
              </a:defRPr>
            </a:lvl1pPr>
            <a:lvl2pPr>
              <a:defRPr sz="3225" b="1">
                <a:solidFill>
                  <a:srgbClr val="1F2933"/>
                </a:solidFill>
              </a:defRPr>
            </a:lvl2pPr>
            <a:lvl3pPr>
              <a:defRPr sz="3225" b="1">
                <a:solidFill>
                  <a:srgbClr val="1F2933"/>
                </a:solidFill>
              </a:defRPr>
            </a:lvl3pPr>
            <a:lvl4pPr>
              <a:defRPr sz="3225" b="1">
                <a:solidFill>
                  <a:srgbClr val="1F2933"/>
                </a:solidFill>
              </a:defRPr>
            </a:lvl4pPr>
            <a:lvl5pPr>
              <a:defRPr sz="3225" b="1">
                <a:solidFill>
                  <a:srgbClr val="1F2933"/>
                </a:solidFill>
              </a:defRPr>
            </a:lvl5pPr>
            <a:lvl6pPr>
              <a:defRPr sz="3225" b="1">
                <a:solidFill>
                  <a:srgbClr val="1F2933"/>
                </a:solidFill>
              </a:defRPr>
            </a:lvl6pPr>
            <a:lvl7pPr>
              <a:defRPr sz="3225" b="1">
                <a:solidFill>
                  <a:srgbClr val="1F2933"/>
                </a:solidFill>
              </a:defRPr>
            </a:lvl7pPr>
            <a:lvl8pPr>
              <a:defRPr sz="3225" b="1">
                <a:solidFill>
                  <a:srgbClr val="1F2933"/>
                </a:solidFill>
              </a:defRPr>
            </a:lvl8pPr>
            <a:lvl9pPr>
              <a:defRPr sz="3225" b="1">
                <a:solidFill>
                  <a:srgbClr val="1F2933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F2933"/>
                </a:solidFill>
              </a:defRPr>
            </a:pPr>
            <a:r>
              <a:rPr sz="3225" b="1">
                <a:solidFill>
                  <a:srgbClr val="1F2933"/>
                </a:solidFill>
              </a:rPr>
              <a:t>How much can the portfolio lose</a:t>
            </a:r>
          </a:p>
          <a:p xmlns:a="http://schemas.openxmlformats.org/drawingml/2006/main">
            <a:pPr>
              <a:defRPr sz="3225" b="1">
                <a:solidFill>
                  <a:srgbClr val="1F2933"/>
                </a:solidFill>
              </a:defRPr>
            </a:pPr>
            <a:r>
              <a:rPr sz="3225" b="1">
                <a:solidFill>
                  <a:srgbClr val="1F2933"/>
                </a:solidFill>
              </a:rPr>
              <a:t>on a difficult trading day?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B7280-0840-48DA-AE7E-B2FA8F84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74B9F-AB05-4C1B-A07C-2709B34E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14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F4A54"/>
                </a:solidFill>
              </a:defRPr>
            </a:defPPr>
            <a:lvl1pPr>
              <a:defRPr sz="1650" b="0">
                <a:solidFill>
                  <a:srgbClr val="3F4A54"/>
                </a:solidFill>
              </a:defRPr>
            </a:lvl1pPr>
            <a:lvl2pPr>
              <a:defRPr sz="1650" b="0">
                <a:solidFill>
                  <a:srgbClr val="3F4A54"/>
                </a:solidFill>
              </a:defRPr>
            </a:lvl2pPr>
            <a:lvl3pPr>
              <a:defRPr sz="1650" b="0">
                <a:solidFill>
                  <a:srgbClr val="3F4A54"/>
                </a:solidFill>
              </a:defRPr>
            </a:lvl3pPr>
            <a:lvl4pPr>
              <a:defRPr sz="1650" b="0">
                <a:solidFill>
                  <a:srgbClr val="3F4A54"/>
                </a:solidFill>
              </a:defRPr>
            </a:lvl4pPr>
            <a:lvl5pPr>
              <a:defRPr sz="1650" b="0">
                <a:solidFill>
                  <a:srgbClr val="3F4A54"/>
                </a:solidFill>
              </a:defRPr>
            </a:lvl5pPr>
            <a:lvl6pPr>
              <a:defRPr sz="1650" b="0">
                <a:solidFill>
                  <a:srgbClr val="3F4A54"/>
                </a:solidFill>
              </a:defRPr>
            </a:lvl6pPr>
            <a:lvl7pPr>
              <a:defRPr sz="1650" b="0">
                <a:solidFill>
                  <a:srgbClr val="3F4A54"/>
                </a:solidFill>
              </a:defRPr>
            </a:lvl7pPr>
            <a:lvl8pPr>
              <a:defRPr sz="1650" b="0">
                <a:solidFill>
                  <a:srgbClr val="3F4A54"/>
                </a:solidFill>
              </a:defRPr>
            </a:lvl8pPr>
            <a:lvl9pPr>
              <a:defRPr sz="1650" b="0">
                <a:solidFill>
                  <a:srgbClr val="3F4A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A54"/>
                </a:solidFill>
              </a:defRPr>
            </a:pPr>
            <a:r>
              <a:rPr sz="1650" b="0">
                <a:solidFill>
                  <a:srgbClr val="3F4A54"/>
                </a:solidFill>
              </a:rPr>
              <a:t>The models place one-day loss at risk between 2.36% and 3.37% at the selected confidence level.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4AD78-3321-47F8-8EF3-9420617D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146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9A3412"/>
                </a:solidFill>
              </a:defRPr>
            </a:defPPr>
            <a:lvl1pPr>
              <a:defRPr sz="4950" b="1">
                <a:solidFill>
                  <a:srgbClr val="9A3412"/>
                </a:solidFill>
              </a:defRPr>
            </a:lvl1pPr>
            <a:lvl2pPr>
              <a:defRPr sz="4950" b="1">
                <a:solidFill>
                  <a:srgbClr val="9A3412"/>
                </a:solidFill>
              </a:defRPr>
            </a:lvl2pPr>
            <a:lvl3pPr>
              <a:defRPr sz="4950" b="1">
                <a:solidFill>
                  <a:srgbClr val="9A3412"/>
                </a:solidFill>
              </a:defRPr>
            </a:lvl3pPr>
            <a:lvl4pPr>
              <a:defRPr sz="4950" b="1">
                <a:solidFill>
                  <a:srgbClr val="9A3412"/>
                </a:solidFill>
              </a:defRPr>
            </a:lvl4pPr>
            <a:lvl5pPr>
              <a:defRPr sz="4950" b="1">
                <a:solidFill>
                  <a:srgbClr val="9A3412"/>
                </a:solidFill>
              </a:defRPr>
            </a:lvl5pPr>
            <a:lvl6pPr>
              <a:defRPr sz="4950" b="1">
                <a:solidFill>
                  <a:srgbClr val="9A3412"/>
                </a:solidFill>
              </a:defRPr>
            </a:lvl6pPr>
            <a:lvl7pPr>
              <a:defRPr sz="4950" b="1">
                <a:solidFill>
                  <a:srgbClr val="9A3412"/>
                </a:solidFill>
              </a:defRPr>
            </a:lvl7pPr>
            <a:lvl8pPr>
              <a:defRPr sz="4950" b="1">
                <a:solidFill>
                  <a:srgbClr val="9A3412"/>
                </a:solidFill>
              </a:defRPr>
            </a:lvl8pPr>
            <a:lvl9pPr>
              <a:defRPr sz="4950" b="1">
                <a:solidFill>
                  <a:srgbClr val="9A3412"/>
                </a:solidFill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9A3412"/>
                </a:solidFill>
              </a:defRPr>
            </a:pPr>
            <a:r>
              <a:rPr sz="4950" b="1">
                <a:solidFill>
                  <a:srgbClr val="9A3412"/>
                </a:solidFill>
              </a:rPr>
              <a:t>3.37%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7289E-0EC2-45CD-9A39-AB7A5067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6258"/>
                </a:solidFill>
              </a:defRPr>
            </a:defPPr>
            <a:lvl1pPr>
              <a:defRPr sz="1200" b="0">
                <a:solidFill>
                  <a:srgbClr val="6B6258"/>
                </a:solidFill>
              </a:defRPr>
            </a:lvl1pPr>
            <a:lvl2pPr>
              <a:defRPr sz="1200" b="0">
                <a:solidFill>
                  <a:srgbClr val="6B6258"/>
                </a:solidFill>
              </a:defRPr>
            </a:lvl2pPr>
            <a:lvl3pPr>
              <a:defRPr sz="1200" b="0">
                <a:solidFill>
                  <a:srgbClr val="6B6258"/>
                </a:solidFill>
              </a:defRPr>
            </a:lvl3pPr>
            <a:lvl4pPr>
              <a:defRPr sz="1200" b="0">
                <a:solidFill>
                  <a:srgbClr val="6B6258"/>
                </a:solidFill>
              </a:defRPr>
            </a:lvl4pPr>
            <a:lvl5pPr>
              <a:defRPr sz="1200" b="0">
                <a:solidFill>
                  <a:srgbClr val="6B6258"/>
                </a:solidFill>
              </a:defRPr>
            </a:lvl5pPr>
            <a:lvl6pPr>
              <a:defRPr sz="1200" b="0">
                <a:solidFill>
                  <a:srgbClr val="6B6258"/>
                </a:solidFill>
              </a:defRPr>
            </a:lvl6pPr>
            <a:lvl7pPr>
              <a:defRPr sz="1200" b="0">
                <a:solidFill>
                  <a:srgbClr val="6B6258"/>
                </a:solidFill>
              </a:defRPr>
            </a:lvl7pPr>
            <a:lvl8pPr>
              <a:defRPr sz="1200" b="0">
                <a:solidFill>
                  <a:srgbClr val="6B6258"/>
                </a:solidFill>
              </a:defRPr>
            </a:lvl8pPr>
            <a:lvl9pPr>
              <a:defRPr sz="1200" b="0">
                <a:solidFill>
                  <a:srgbClr val="6B625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6258"/>
                </a:solidFill>
              </a:defRPr>
            </a:pPr>
            <a:r>
              <a:rPr sz="1200" b="0">
                <a:solidFill>
                  <a:srgbClr val="6B6258"/>
                </a:solidFill>
              </a:rPr>
              <a:t>Historical Simulation VaR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F11DB-114C-45F7-8F0F-360AE151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1">
                <a:solidFill>
                  <a:srgbClr val="6B6258"/>
                </a:solidFill>
              </a:defRPr>
            </a:defPPr>
            <a:lvl1pPr>
              <a:defRPr sz="1125" b="0" i="1">
                <a:solidFill>
                  <a:srgbClr val="6B6258"/>
                </a:solidFill>
              </a:defRPr>
            </a:lvl1pPr>
            <a:lvl2pPr>
              <a:defRPr sz="1125" b="0" i="1">
                <a:solidFill>
                  <a:srgbClr val="6B6258"/>
                </a:solidFill>
              </a:defRPr>
            </a:lvl2pPr>
            <a:lvl3pPr>
              <a:defRPr sz="1125" b="0" i="1">
                <a:solidFill>
                  <a:srgbClr val="6B6258"/>
                </a:solidFill>
              </a:defRPr>
            </a:lvl3pPr>
            <a:lvl4pPr>
              <a:defRPr sz="1125" b="0" i="1">
                <a:solidFill>
                  <a:srgbClr val="6B6258"/>
                </a:solidFill>
              </a:defRPr>
            </a:lvl4pPr>
            <a:lvl5pPr>
              <a:defRPr sz="1125" b="0" i="1">
                <a:solidFill>
                  <a:srgbClr val="6B6258"/>
                </a:solidFill>
              </a:defRPr>
            </a:lvl5pPr>
            <a:lvl6pPr>
              <a:defRPr sz="1125" b="0" i="1">
                <a:solidFill>
                  <a:srgbClr val="6B6258"/>
                </a:solidFill>
              </a:defRPr>
            </a:lvl6pPr>
            <a:lvl7pPr>
              <a:defRPr sz="1125" b="0" i="1">
                <a:solidFill>
                  <a:srgbClr val="6B6258"/>
                </a:solidFill>
              </a:defRPr>
            </a:lvl7pPr>
            <a:lvl8pPr>
              <a:defRPr sz="1125" b="0" i="1">
                <a:solidFill>
                  <a:srgbClr val="6B6258"/>
                </a:solidFill>
              </a:defRPr>
            </a:lvl8pPr>
            <a:lvl9pPr>
              <a:defRPr sz="1125" b="0" i="1">
                <a:solidFill>
                  <a:srgbClr val="6B6258"/>
                </a:solidFill>
              </a:defRPr>
            </a:lvl9pPr>
          </a:lstStyle>
          <a:p xmlns:a="http://schemas.openxmlformats.org/drawingml/2006/main">
            <a:pPr>
              <a:defRPr sz="1125" b="0" i="1">
                <a:solidFill>
                  <a:srgbClr val="6B6258"/>
                </a:solidFill>
              </a:defRPr>
            </a:pPr>
            <a:r>
              <a:rPr sz="1125" b="0" i="1">
                <a:solidFill>
                  <a:srgbClr val="6B6258"/>
                </a:solidFill>
              </a:rPr>
              <a:t>A restrained report style for an academic panel or investment committee.</a:t>
            </a:r>
          </a:p>
        </p:txBody>
      </p:sp>
    </p:spTree>
    <p:extLst>
      <p:ext uri="{BB962C8B-B14F-4D97-AF65-F5344CB8AC3E}">
        <p14:creationId xmlns:p14="http://schemas.microsoft.com/office/powerpoint/2010/main" val="215403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658041-2BB9-4C7B-9092-1CB01091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9F123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3A524-F677-4F51-84F8-DBD4DEFB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6"/>
          </a:solidFill>
          <a:ln xmlns:a="http://schemas.openxmlformats.org/drawingml/2006/main" w="0">
            <a:solidFill>
              <a:srgbClr val="FFF8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9F3F4-B977-4581-A2C0-85328ABF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ECDD3"/>
                </a:solidFill>
              </a:defRPr>
            </a:defPPr>
            <a:lvl1pPr>
              <a:defRPr sz="900" b="1">
                <a:solidFill>
                  <a:srgbClr val="FECDD3"/>
                </a:solidFill>
              </a:defRPr>
            </a:lvl1pPr>
            <a:lvl2pPr>
              <a:defRPr sz="900" b="1">
                <a:solidFill>
                  <a:srgbClr val="FECDD3"/>
                </a:solidFill>
              </a:defRPr>
            </a:lvl2pPr>
            <a:lvl3pPr>
              <a:defRPr sz="900" b="1">
                <a:solidFill>
                  <a:srgbClr val="FECDD3"/>
                </a:solidFill>
              </a:defRPr>
            </a:lvl3pPr>
            <a:lvl4pPr>
              <a:defRPr sz="900" b="1">
                <a:solidFill>
                  <a:srgbClr val="FECDD3"/>
                </a:solidFill>
              </a:defRPr>
            </a:lvl4pPr>
            <a:lvl5pPr>
              <a:defRPr sz="900" b="1">
                <a:solidFill>
                  <a:srgbClr val="FECDD3"/>
                </a:solidFill>
              </a:defRPr>
            </a:lvl5pPr>
            <a:lvl6pPr>
              <a:defRPr sz="900" b="1">
                <a:solidFill>
                  <a:srgbClr val="FECDD3"/>
                </a:solidFill>
              </a:defRPr>
            </a:lvl6pPr>
            <a:lvl7pPr>
              <a:defRPr sz="900" b="1">
                <a:solidFill>
                  <a:srgbClr val="FECDD3"/>
                </a:solidFill>
              </a:defRPr>
            </a:lvl7pPr>
            <a:lvl8pPr>
              <a:defRPr sz="900" b="1">
                <a:solidFill>
                  <a:srgbClr val="FECDD3"/>
                </a:solidFill>
              </a:defRPr>
            </a:lvl8pPr>
            <a:lvl9pPr>
              <a:defRPr sz="900" b="1">
                <a:solidFill>
                  <a:srgbClr val="FECDD3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ECDD3"/>
                </a:solidFill>
              </a:defRPr>
            </a:pPr>
            <a:r>
              <a:rPr sz="900" b="1">
                <a:solidFill>
                  <a:srgbClr val="FECDD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24285-FD2F-4114-84B5-74A00158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BD5E1"/>
                </a:solidFill>
              </a:defRPr>
            </a:defPPr>
            <a:lvl1pPr>
              <a:defRPr sz="900" b="1">
                <a:solidFill>
                  <a:srgbClr val="CBD5E1"/>
                </a:solidFill>
              </a:defRPr>
            </a:lvl1pPr>
            <a:lvl2pPr>
              <a:defRPr sz="900" b="1">
                <a:solidFill>
                  <a:srgbClr val="CBD5E1"/>
                </a:solidFill>
              </a:defRPr>
            </a:lvl2pPr>
            <a:lvl3pPr>
              <a:defRPr sz="900" b="1">
                <a:solidFill>
                  <a:srgbClr val="CBD5E1"/>
                </a:solidFill>
              </a:defRPr>
            </a:lvl3pPr>
            <a:lvl4pPr>
              <a:defRPr sz="900" b="1">
                <a:solidFill>
                  <a:srgbClr val="CBD5E1"/>
                </a:solidFill>
              </a:defRPr>
            </a:lvl4pPr>
            <a:lvl5pPr>
              <a:defRPr sz="900" b="1">
                <a:solidFill>
                  <a:srgbClr val="CBD5E1"/>
                </a:solidFill>
              </a:defRPr>
            </a:lvl5pPr>
            <a:lvl6pPr>
              <a:defRPr sz="900" b="1">
                <a:solidFill>
                  <a:srgbClr val="CBD5E1"/>
                </a:solidFill>
              </a:defRPr>
            </a:lvl6pPr>
            <a:lvl7pPr>
              <a:defRPr sz="900" b="1">
                <a:solidFill>
                  <a:srgbClr val="CBD5E1"/>
                </a:solidFill>
              </a:defRPr>
            </a:lvl7pPr>
            <a:lvl8pPr>
              <a:defRPr sz="900" b="1">
                <a:solidFill>
                  <a:srgbClr val="CBD5E1"/>
                </a:solidFill>
              </a:defRPr>
            </a:lvl8pPr>
            <a:lvl9pPr>
              <a:defRPr sz="900" b="1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RISK SIGNAL 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72FCD-3322-4BF4-8FA6-5090B78E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  <a:lvl1pPr>
              <a:defRPr sz="3600" b="1">
                <a:solidFill>
                  <a:srgbClr val="FFFFFF"/>
                </a:solidFill>
              </a:defRPr>
            </a:lvl1pPr>
            <a:lvl2pPr>
              <a:defRPr sz="3600" b="1">
                <a:solidFill>
                  <a:srgbClr val="FFFFFF"/>
                </a:solidFill>
              </a:defRPr>
            </a:lvl2pPr>
            <a:lvl3pPr>
              <a:defRPr sz="3600" b="1">
                <a:solidFill>
                  <a:srgbClr val="FFFFFF"/>
                </a:solidFill>
              </a:defRPr>
            </a:lvl3pPr>
            <a:lvl4pPr>
              <a:defRPr sz="3600" b="1">
                <a:solidFill>
                  <a:srgbClr val="FFFFFF"/>
                </a:solidFill>
              </a:defRPr>
            </a:lvl4pPr>
            <a:lvl5pPr>
              <a:defRPr sz="3600" b="1">
                <a:solidFill>
                  <a:srgbClr val="FFFFFF"/>
                </a:solidFill>
              </a:defRPr>
            </a:lvl5pPr>
            <a:lvl6pPr>
              <a:defRPr sz="3600" b="1">
                <a:solidFill>
                  <a:srgbClr val="FFFFFF"/>
                </a:solidFill>
              </a:defRPr>
            </a:lvl6pPr>
            <a:lvl7pPr>
              <a:defRPr sz="3600" b="1">
                <a:solidFill>
                  <a:srgbClr val="FFFFFF"/>
                </a:solidFill>
              </a:defRPr>
            </a:lvl7pPr>
            <a:lvl8pPr>
              <a:defRPr sz="3600" b="1">
                <a:solidFill>
                  <a:srgbClr val="FFFFFF"/>
                </a:solidFill>
              </a:defRPr>
            </a:lvl8pPr>
            <a:lvl9pPr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STRESS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4CF9D-13DA-4C90-B768-75700C8A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E4E6"/>
                </a:solidFill>
              </a:defRPr>
            </a:defPPr>
            <a:lvl1pPr>
              <a:defRPr sz="1350" b="0">
                <a:solidFill>
                  <a:srgbClr val="FFE4E6"/>
                </a:solidFill>
              </a:defRPr>
            </a:lvl1pPr>
            <a:lvl2pPr>
              <a:defRPr sz="1350" b="0">
                <a:solidFill>
                  <a:srgbClr val="FFE4E6"/>
                </a:solidFill>
              </a:defRPr>
            </a:lvl2pPr>
            <a:lvl3pPr>
              <a:defRPr sz="1350" b="0">
                <a:solidFill>
                  <a:srgbClr val="FFE4E6"/>
                </a:solidFill>
              </a:defRPr>
            </a:lvl3pPr>
            <a:lvl4pPr>
              <a:defRPr sz="1350" b="0">
                <a:solidFill>
                  <a:srgbClr val="FFE4E6"/>
                </a:solidFill>
              </a:defRPr>
            </a:lvl4pPr>
            <a:lvl5pPr>
              <a:defRPr sz="1350" b="0">
                <a:solidFill>
                  <a:srgbClr val="FFE4E6"/>
                </a:solidFill>
              </a:defRPr>
            </a:lvl5pPr>
            <a:lvl6pPr>
              <a:defRPr sz="1350" b="0">
                <a:solidFill>
                  <a:srgbClr val="FFE4E6"/>
                </a:solidFill>
              </a:defRPr>
            </a:lvl6pPr>
            <a:lvl7pPr>
              <a:defRPr sz="1350" b="0">
                <a:solidFill>
                  <a:srgbClr val="FFE4E6"/>
                </a:solidFill>
              </a:defRPr>
            </a:lvl7pPr>
            <a:lvl8pPr>
              <a:defRPr sz="1350" b="0">
                <a:solidFill>
                  <a:srgbClr val="FFE4E6"/>
                </a:solidFill>
              </a:defRPr>
            </a:lvl8pPr>
            <a:lvl9pPr>
              <a:defRPr sz="1350" b="0">
                <a:solidFill>
                  <a:srgbClr val="FFE4E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E4E6"/>
                </a:solidFill>
              </a:defRPr>
            </a:pPr>
            <a:r>
              <a:rPr sz="1350" b="0">
                <a:solidFill>
                  <a:srgbClr val="FFE4E6"/>
                </a:solidFill>
              </a:rPr>
              <a:t>Historical crises replayed on today’s portfolio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11FA7-FAF4-425D-A110-FDF4E092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819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F1D1D"/>
                </a:solidFill>
              </a:defRPr>
            </a:defPPr>
            <a:lvl1pPr>
              <a:defRPr sz="1275" b="0">
                <a:solidFill>
                  <a:srgbClr val="7F1D1D"/>
                </a:solidFill>
              </a:defRPr>
            </a:lvl1pPr>
            <a:lvl2pPr>
              <a:defRPr sz="1275" b="0">
                <a:solidFill>
                  <a:srgbClr val="7F1D1D"/>
                </a:solidFill>
              </a:defRPr>
            </a:lvl2pPr>
            <a:lvl3pPr>
              <a:defRPr sz="1275" b="0">
                <a:solidFill>
                  <a:srgbClr val="7F1D1D"/>
                </a:solidFill>
              </a:defRPr>
            </a:lvl3pPr>
            <a:lvl4pPr>
              <a:defRPr sz="1275" b="0">
                <a:solidFill>
                  <a:srgbClr val="7F1D1D"/>
                </a:solidFill>
              </a:defRPr>
            </a:lvl4pPr>
            <a:lvl5pPr>
              <a:defRPr sz="1275" b="0">
                <a:solidFill>
                  <a:srgbClr val="7F1D1D"/>
                </a:solidFill>
              </a:defRPr>
            </a:lvl5pPr>
            <a:lvl6pPr>
              <a:defRPr sz="1275" b="0">
                <a:solidFill>
                  <a:srgbClr val="7F1D1D"/>
                </a:solidFill>
              </a:defRPr>
            </a:lvl6pPr>
            <a:lvl7pPr>
              <a:defRPr sz="1275" b="0">
                <a:solidFill>
                  <a:srgbClr val="7F1D1D"/>
                </a:solidFill>
              </a:defRPr>
            </a:lvl7pPr>
            <a:lvl8pPr>
              <a:defRPr sz="1275" b="0">
                <a:solidFill>
                  <a:srgbClr val="7F1D1D"/>
                </a:solidFill>
              </a:defRPr>
            </a:lvl8pPr>
            <a:lvl9pPr>
              <a:defRPr sz="1275" b="0">
                <a:solidFill>
                  <a:srgbClr val="7F1D1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F1D1D"/>
                </a:solidFill>
              </a:defRPr>
            </a:pPr>
            <a:r>
              <a:rPr sz="1275" b="0">
                <a:solidFill>
                  <a:srgbClr val="7F1D1D"/>
                </a:solidFill>
              </a:rPr>
              <a:t>Worst scenario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BC64C-07BD-43A8-A051-1AA9DB60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1620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9F1239"/>
                </a:solidFill>
              </a:defRPr>
            </a:defPPr>
            <a:lvl1pPr>
              <a:defRPr sz="4200" b="1">
                <a:solidFill>
                  <a:srgbClr val="9F1239"/>
                </a:solidFill>
              </a:defRPr>
            </a:lvl1pPr>
            <a:lvl2pPr>
              <a:defRPr sz="4200" b="1">
                <a:solidFill>
                  <a:srgbClr val="9F1239"/>
                </a:solidFill>
              </a:defRPr>
            </a:lvl2pPr>
            <a:lvl3pPr>
              <a:defRPr sz="4200" b="1">
                <a:solidFill>
                  <a:srgbClr val="9F1239"/>
                </a:solidFill>
              </a:defRPr>
            </a:lvl3pPr>
            <a:lvl4pPr>
              <a:defRPr sz="4200" b="1">
                <a:solidFill>
                  <a:srgbClr val="9F1239"/>
                </a:solidFill>
              </a:defRPr>
            </a:lvl4pPr>
            <a:lvl5pPr>
              <a:defRPr sz="4200" b="1">
                <a:solidFill>
                  <a:srgbClr val="9F1239"/>
                </a:solidFill>
              </a:defRPr>
            </a:lvl5pPr>
            <a:lvl6pPr>
              <a:defRPr sz="4200" b="1">
                <a:solidFill>
                  <a:srgbClr val="9F1239"/>
                </a:solidFill>
              </a:defRPr>
            </a:lvl6pPr>
            <a:lvl7pPr>
              <a:defRPr sz="4200" b="1">
                <a:solidFill>
                  <a:srgbClr val="9F1239"/>
                </a:solidFill>
              </a:defRPr>
            </a:lvl7pPr>
            <a:lvl8pPr>
              <a:defRPr sz="4200" b="1">
                <a:solidFill>
                  <a:srgbClr val="9F1239"/>
                </a:solidFill>
              </a:defRPr>
            </a:lvl8pPr>
            <a:lvl9pPr>
              <a:defRPr sz="4200" b="1">
                <a:solidFill>
                  <a:srgbClr val="9F1239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9F1239"/>
                </a:solidFill>
              </a:defRPr>
            </a:pPr>
            <a:r>
              <a:rPr sz="4200" b="1">
                <a:solidFill>
                  <a:srgbClr val="9F1239"/>
                </a:solidFill>
              </a:rPr>
              <a:t>$4.40M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D1B90-B59C-439A-BFA3-33371B65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B2937"/>
                </a:solidFill>
              </a:defRPr>
            </a:defPPr>
            <a:lvl1pPr>
              <a:defRPr sz="1275" b="0">
                <a:solidFill>
                  <a:srgbClr val="6B2937"/>
                </a:solidFill>
              </a:defRPr>
            </a:lvl1pPr>
            <a:lvl2pPr>
              <a:defRPr sz="1275" b="0">
                <a:solidFill>
                  <a:srgbClr val="6B2937"/>
                </a:solidFill>
              </a:defRPr>
            </a:lvl2pPr>
            <a:lvl3pPr>
              <a:defRPr sz="1275" b="0">
                <a:solidFill>
                  <a:srgbClr val="6B2937"/>
                </a:solidFill>
              </a:defRPr>
            </a:lvl3pPr>
            <a:lvl4pPr>
              <a:defRPr sz="1275" b="0">
                <a:solidFill>
                  <a:srgbClr val="6B2937"/>
                </a:solidFill>
              </a:defRPr>
            </a:lvl4pPr>
            <a:lvl5pPr>
              <a:defRPr sz="1275" b="0">
                <a:solidFill>
                  <a:srgbClr val="6B2937"/>
                </a:solidFill>
              </a:defRPr>
            </a:lvl5pPr>
            <a:lvl6pPr>
              <a:defRPr sz="1275" b="0">
                <a:solidFill>
                  <a:srgbClr val="6B2937"/>
                </a:solidFill>
              </a:defRPr>
            </a:lvl6pPr>
            <a:lvl7pPr>
              <a:defRPr sz="1275" b="0">
                <a:solidFill>
                  <a:srgbClr val="6B2937"/>
                </a:solidFill>
              </a:defRPr>
            </a:lvl7pPr>
            <a:lvl8pPr>
              <a:defRPr sz="1275" b="0">
                <a:solidFill>
                  <a:srgbClr val="6B2937"/>
                </a:solidFill>
              </a:defRPr>
            </a:lvl8pPr>
            <a:lvl9pPr>
              <a:defRPr sz="1275" b="0">
                <a:solidFill>
                  <a:srgbClr val="6B293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B2937"/>
                </a:solidFill>
              </a:defRPr>
            </a:pPr>
            <a:r>
              <a:rPr sz="1275" b="0">
                <a:solidFill>
                  <a:srgbClr val="6B2937"/>
                </a:solidFill>
              </a:rPr>
              <a:t>2008 financial crisis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5C869-CEA2-4315-93F4-2451C242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F2833"/>
                </a:solidFill>
              </a:defRPr>
            </a:defPPr>
            <a:lvl1pPr>
              <a:defRPr sz="1050" b="0">
                <a:solidFill>
                  <a:srgbClr val="5F2833"/>
                </a:solidFill>
              </a:defRPr>
            </a:lvl1pPr>
            <a:lvl2pPr>
              <a:defRPr sz="1050" b="0">
                <a:solidFill>
                  <a:srgbClr val="5F2833"/>
                </a:solidFill>
              </a:defRPr>
            </a:lvl2pPr>
            <a:lvl3pPr>
              <a:defRPr sz="1050" b="0">
                <a:solidFill>
                  <a:srgbClr val="5F2833"/>
                </a:solidFill>
              </a:defRPr>
            </a:lvl3pPr>
            <a:lvl4pPr>
              <a:defRPr sz="1050" b="0">
                <a:solidFill>
                  <a:srgbClr val="5F2833"/>
                </a:solidFill>
              </a:defRPr>
            </a:lvl4pPr>
            <a:lvl5pPr>
              <a:defRPr sz="1050" b="0">
                <a:solidFill>
                  <a:srgbClr val="5F2833"/>
                </a:solidFill>
              </a:defRPr>
            </a:lvl5pPr>
            <a:lvl6pPr>
              <a:defRPr sz="1050" b="0">
                <a:solidFill>
                  <a:srgbClr val="5F2833"/>
                </a:solidFill>
              </a:defRPr>
            </a:lvl6pPr>
            <a:lvl7pPr>
              <a:defRPr sz="1050" b="0">
                <a:solidFill>
                  <a:srgbClr val="5F2833"/>
                </a:solidFill>
              </a:defRPr>
            </a:lvl7pPr>
            <a:lvl8pPr>
              <a:defRPr sz="1050" b="0">
                <a:solidFill>
                  <a:srgbClr val="5F2833"/>
                </a:solidFill>
              </a:defRPr>
            </a:lvl8pPr>
            <a:lvl9pPr>
              <a:defRPr sz="1050" b="0">
                <a:solidFill>
                  <a:srgbClr val="5F283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F2833"/>
                </a:solidFill>
              </a:defRPr>
            </a:pPr>
            <a:r>
              <a:rPr sz="1050" b="0">
                <a:solidFill>
                  <a:srgbClr val="5F2833"/>
                </a:solidFill>
              </a:rPr>
              <a:t>2008 crisis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42260-FAF6-45C7-A354-D5A7B088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9F123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040D6-86F8-44F1-BE82-5E656477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F2833"/>
                </a:solidFill>
              </a:defRPr>
            </a:defPPr>
            <a:lvl1pPr>
              <a:defRPr sz="1050" b="0">
                <a:solidFill>
                  <a:srgbClr val="5F2833"/>
                </a:solidFill>
              </a:defRPr>
            </a:lvl1pPr>
            <a:lvl2pPr>
              <a:defRPr sz="1050" b="0">
                <a:solidFill>
                  <a:srgbClr val="5F2833"/>
                </a:solidFill>
              </a:defRPr>
            </a:lvl2pPr>
            <a:lvl3pPr>
              <a:defRPr sz="1050" b="0">
                <a:solidFill>
                  <a:srgbClr val="5F2833"/>
                </a:solidFill>
              </a:defRPr>
            </a:lvl3pPr>
            <a:lvl4pPr>
              <a:defRPr sz="1050" b="0">
                <a:solidFill>
                  <a:srgbClr val="5F2833"/>
                </a:solidFill>
              </a:defRPr>
            </a:lvl4pPr>
            <a:lvl5pPr>
              <a:defRPr sz="1050" b="0">
                <a:solidFill>
                  <a:srgbClr val="5F2833"/>
                </a:solidFill>
              </a:defRPr>
            </a:lvl5pPr>
            <a:lvl6pPr>
              <a:defRPr sz="1050" b="0">
                <a:solidFill>
                  <a:srgbClr val="5F2833"/>
                </a:solidFill>
              </a:defRPr>
            </a:lvl6pPr>
            <a:lvl7pPr>
              <a:defRPr sz="1050" b="0">
                <a:solidFill>
                  <a:srgbClr val="5F2833"/>
                </a:solidFill>
              </a:defRPr>
            </a:lvl7pPr>
            <a:lvl8pPr>
              <a:defRPr sz="1050" b="0">
                <a:solidFill>
                  <a:srgbClr val="5F2833"/>
                </a:solidFill>
              </a:defRPr>
            </a:lvl8pPr>
            <a:lvl9pPr>
              <a:defRPr sz="1050" b="0">
                <a:solidFill>
                  <a:srgbClr val="5F283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F2833"/>
                </a:solidFill>
              </a:defRPr>
            </a:pPr>
            <a:r>
              <a:rPr sz="1050" b="0">
                <a:solidFill>
                  <a:srgbClr val="5F2833"/>
                </a:solidFill>
              </a:rPr>
              <a:t>COVID crash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F9068-1827-4BDE-9BAB-AC331B78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solidFill>
              <a:srgbClr val="FDA4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276B1-191C-4475-8D35-6694BE2E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291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F2833"/>
                </a:solidFill>
              </a:defRPr>
            </a:defPPr>
            <a:lvl1pPr>
              <a:defRPr sz="1050" b="0">
                <a:solidFill>
                  <a:srgbClr val="5F2833"/>
                </a:solidFill>
              </a:defRPr>
            </a:lvl1pPr>
            <a:lvl2pPr>
              <a:defRPr sz="1050" b="0">
                <a:solidFill>
                  <a:srgbClr val="5F2833"/>
                </a:solidFill>
              </a:defRPr>
            </a:lvl2pPr>
            <a:lvl3pPr>
              <a:defRPr sz="1050" b="0">
                <a:solidFill>
                  <a:srgbClr val="5F2833"/>
                </a:solidFill>
              </a:defRPr>
            </a:lvl3pPr>
            <a:lvl4pPr>
              <a:defRPr sz="1050" b="0">
                <a:solidFill>
                  <a:srgbClr val="5F2833"/>
                </a:solidFill>
              </a:defRPr>
            </a:lvl4pPr>
            <a:lvl5pPr>
              <a:defRPr sz="1050" b="0">
                <a:solidFill>
                  <a:srgbClr val="5F2833"/>
                </a:solidFill>
              </a:defRPr>
            </a:lvl5pPr>
            <a:lvl6pPr>
              <a:defRPr sz="1050" b="0">
                <a:solidFill>
                  <a:srgbClr val="5F2833"/>
                </a:solidFill>
              </a:defRPr>
            </a:lvl6pPr>
            <a:lvl7pPr>
              <a:defRPr sz="1050" b="0">
                <a:solidFill>
                  <a:srgbClr val="5F2833"/>
                </a:solidFill>
              </a:defRPr>
            </a:lvl7pPr>
            <a:lvl8pPr>
              <a:defRPr sz="1050" b="0">
                <a:solidFill>
                  <a:srgbClr val="5F2833"/>
                </a:solidFill>
              </a:defRPr>
            </a:lvl8pPr>
            <a:lvl9pPr>
              <a:defRPr sz="1050" b="0">
                <a:solidFill>
                  <a:srgbClr val="5F283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F2833"/>
                </a:solidFill>
              </a:defRPr>
            </a:pPr>
            <a:r>
              <a:rPr sz="1050" b="0">
                <a:solidFill>
                  <a:srgbClr val="5F2833"/>
                </a:solidFill>
              </a:rPr>
              <a:t>Inflation 2022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9E2AA-9EBB-41D5-A63A-8C4014C2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3257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solidFill>
              <a:srgbClr val="FDA4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76FFD-66DD-4CB5-B16B-0968B7CF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95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F2833"/>
                </a:solidFill>
              </a:defRPr>
            </a:defPPr>
            <a:lvl1pPr>
              <a:defRPr sz="1050" b="0">
                <a:solidFill>
                  <a:srgbClr val="5F2833"/>
                </a:solidFill>
              </a:defRPr>
            </a:lvl1pPr>
            <a:lvl2pPr>
              <a:defRPr sz="1050" b="0">
                <a:solidFill>
                  <a:srgbClr val="5F2833"/>
                </a:solidFill>
              </a:defRPr>
            </a:lvl2pPr>
            <a:lvl3pPr>
              <a:defRPr sz="1050" b="0">
                <a:solidFill>
                  <a:srgbClr val="5F2833"/>
                </a:solidFill>
              </a:defRPr>
            </a:lvl3pPr>
            <a:lvl4pPr>
              <a:defRPr sz="1050" b="0">
                <a:solidFill>
                  <a:srgbClr val="5F2833"/>
                </a:solidFill>
              </a:defRPr>
            </a:lvl4pPr>
            <a:lvl5pPr>
              <a:defRPr sz="1050" b="0">
                <a:solidFill>
                  <a:srgbClr val="5F2833"/>
                </a:solidFill>
              </a:defRPr>
            </a:lvl5pPr>
            <a:lvl6pPr>
              <a:defRPr sz="1050" b="0">
                <a:solidFill>
                  <a:srgbClr val="5F2833"/>
                </a:solidFill>
              </a:defRPr>
            </a:lvl6pPr>
            <a:lvl7pPr>
              <a:defRPr sz="1050" b="0">
                <a:solidFill>
                  <a:srgbClr val="5F2833"/>
                </a:solidFill>
              </a:defRPr>
            </a:lvl7pPr>
            <a:lvl8pPr>
              <a:defRPr sz="1050" b="0">
                <a:solidFill>
                  <a:srgbClr val="5F2833"/>
                </a:solidFill>
              </a:defRPr>
            </a:lvl8pPr>
            <a:lvl9pPr>
              <a:defRPr sz="1050" b="0">
                <a:solidFill>
                  <a:srgbClr val="5F283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F2833"/>
                </a:solidFill>
              </a:defRPr>
            </a:pPr>
            <a:r>
              <a:rPr sz="1050" b="0">
                <a:solidFill>
                  <a:srgbClr val="5F2833"/>
                </a:solidFill>
              </a:rPr>
              <a:t>Tech selloff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5F745-DCA9-4115-A588-AF334997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solidFill>
              <a:srgbClr val="FDA4A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7391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D6936-EFF9-4C97-92CF-18DEA76C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  <a:lvl1pPr>
              <a:defRPr sz="900" b="1">
                <a:solidFill>
                  <a:srgbClr val="0F766E"/>
                </a:solidFill>
              </a:defRPr>
            </a:lvl1pPr>
            <a:lvl2pPr>
              <a:defRPr sz="900" b="1">
                <a:solidFill>
                  <a:srgbClr val="0F766E"/>
                </a:solidFill>
              </a:defRPr>
            </a:lvl2pPr>
            <a:lvl3pPr>
              <a:defRPr sz="900" b="1">
                <a:solidFill>
                  <a:srgbClr val="0F766E"/>
                </a:solidFill>
              </a:defRPr>
            </a:lvl3pPr>
            <a:lvl4pPr>
              <a:defRPr sz="900" b="1">
                <a:solidFill>
                  <a:srgbClr val="0F766E"/>
                </a:solidFill>
              </a:defRPr>
            </a:lvl4pPr>
            <a:lvl5pPr>
              <a:defRPr sz="900" b="1">
                <a:solidFill>
                  <a:srgbClr val="0F766E"/>
                </a:solidFill>
              </a:defRPr>
            </a:lvl5pPr>
            <a:lvl6pPr>
              <a:defRPr sz="900" b="1">
                <a:solidFill>
                  <a:srgbClr val="0F766E"/>
                </a:solidFill>
              </a:defRPr>
            </a:lvl6pPr>
            <a:lvl7pPr>
              <a:defRPr sz="900" b="1">
                <a:solidFill>
                  <a:srgbClr val="0F766E"/>
                </a:solidFill>
              </a:defRPr>
            </a:lvl7pPr>
            <a:lvl8pPr>
              <a:defRPr sz="900" b="1">
                <a:solidFill>
                  <a:srgbClr val="0F766E"/>
                </a:solidFill>
              </a:defRPr>
            </a:lvl8pPr>
            <a:lvl9pPr>
              <a:defRPr sz="9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2A343-9346-4323-A9CC-1C6C5B5C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  <a:lvl1pPr>
              <a:defRPr sz="900" b="1">
                <a:solidFill>
                  <a:srgbClr val="475569"/>
                </a:solidFill>
              </a:defRPr>
            </a:lvl1pPr>
            <a:lvl2pPr>
              <a:defRPr sz="900" b="1">
                <a:solidFill>
                  <a:srgbClr val="475569"/>
                </a:solidFill>
              </a:defRPr>
            </a:lvl2pPr>
            <a:lvl3pPr>
              <a:defRPr sz="900" b="1">
                <a:solidFill>
                  <a:srgbClr val="475569"/>
                </a:solidFill>
              </a:defRPr>
            </a:lvl3pPr>
            <a:lvl4pPr>
              <a:defRPr sz="900" b="1">
                <a:solidFill>
                  <a:srgbClr val="475569"/>
                </a:solidFill>
              </a:defRPr>
            </a:lvl4pPr>
            <a:lvl5pPr>
              <a:defRPr sz="900" b="1">
                <a:solidFill>
                  <a:srgbClr val="475569"/>
                </a:solidFill>
              </a:defRPr>
            </a:lvl5pPr>
            <a:lvl6pPr>
              <a:defRPr sz="900" b="1">
                <a:solidFill>
                  <a:srgbClr val="475569"/>
                </a:solidFill>
              </a:defRPr>
            </a:lvl6pPr>
            <a:lvl7pPr>
              <a:defRPr sz="900" b="1">
                <a:solidFill>
                  <a:srgbClr val="475569"/>
                </a:solidFill>
              </a:defRPr>
            </a:lvl7pPr>
            <a:lvl8pPr>
              <a:defRPr sz="900" b="1">
                <a:solidFill>
                  <a:srgbClr val="475569"/>
                </a:solidFill>
              </a:defRPr>
            </a:lvl8pPr>
            <a:lvl9pPr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TEAL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750B5-FD68-4417-B624-C42CCBCE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4E4A"/>
                </a:solidFill>
              </a:defRPr>
            </a:defPPr>
            <a:lvl1pPr>
              <a:defRPr sz="2850" b="1">
                <a:solidFill>
                  <a:srgbClr val="134E4A"/>
                </a:solidFill>
              </a:defRPr>
            </a:lvl1pPr>
            <a:lvl2pPr>
              <a:defRPr sz="2850" b="1">
                <a:solidFill>
                  <a:srgbClr val="134E4A"/>
                </a:solidFill>
              </a:defRPr>
            </a:lvl2pPr>
            <a:lvl3pPr>
              <a:defRPr sz="2850" b="1">
                <a:solidFill>
                  <a:srgbClr val="134E4A"/>
                </a:solidFill>
              </a:defRPr>
            </a:lvl3pPr>
            <a:lvl4pPr>
              <a:defRPr sz="2850" b="1">
                <a:solidFill>
                  <a:srgbClr val="134E4A"/>
                </a:solidFill>
              </a:defRPr>
            </a:lvl4pPr>
            <a:lvl5pPr>
              <a:defRPr sz="2850" b="1">
                <a:solidFill>
                  <a:srgbClr val="134E4A"/>
                </a:solidFill>
              </a:defRPr>
            </a:lvl5pPr>
            <a:lvl6pPr>
              <a:defRPr sz="2850" b="1">
                <a:solidFill>
                  <a:srgbClr val="134E4A"/>
                </a:solidFill>
              </a:defRPr>
            </a:lvl6pPr>
            <a:lvl7pPr>
              <a:defRPr sz="2850" b="1">
                <a:solidFill>
                  <a:srgbClr val="134E4A"/>
                </a:solidFill>
              </a:defRPr>
            </a:lvl7pPr>
            <a:lvl8pPr>
              <a:defRPr sz="2850" b="1">
                <a:solidFill>
                  <a:srgbClr val="134E4A"/>
                </a:solidFill>
              </a:defRPr>
            </a:lvl8pPr>
            <a:lvl9pPr>
              <a:defRPr sz="2850" b="1">
                <a:solidFill>
                  <a:srgbClr val="134E4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4E4A"/>
                </a:solidFill>
              </a:defRPr>
            </a:pPr>
            <a:r>
              <a:rPr sz="2850" b="1">
                <a:solidFill>
                  <a:srgbClr val="134E4A"/>
                </a:solidFill>
              </a:rPr>
              <a:t>VaR model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D8E93-5612-4140-8CC5-888F93A1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77774"/>
                </a:solidFill>
              </a:defRPr>
            </a:defPPr>
            <a:lvl1pPr>
              <a:defRPr sz="1275" b="0">
                <a:solidFill>
                  <a:srgbClr val="477774"/>
                </a:solidFill>
              </a:defRPr>
            </a:lvl1pPr>
            <a:lvl2pPr>
              <a:defRPr sz="1275" b="0">
                <a:solidFill>
                  <a:srgbClr val="477774"/>
                </a:solidFill>
              </a:defRPr>
            </a:lvl2pPr>
            <a:lvl3pPr>
              <a:defRPr sz="1275" b="0">
                <a:solidFill>
                  <a:srgbClr val="477774"/>
                </a:solidFill>
              </a:defRPr>
            </a:lvl3pPr>
            <a:lvl4pPr>
              <a:defRPr sz="1275" b="0">
                <a:solidFill>
                  <a:srgbClr val="477774"/>
                </a:solidFill>
              </a:defRPr>
            </a:lvl4pPr>
            <a:lvl5pPr>
              <a:defRPr sz="1275" b="0">
                <a:solidFill>
                  <a:srgbClr val="477774"/>
                </a:solidFill>
              </a:defRPr>
            </a:lvl5pPr>
            <a:lvl6pPr>
              <a:defRPr sz="1275" b="0">
                <a:solidFill>
                  <a:srgbClr val="477774"/>
                </a:solidFill>
              </a:defRPr>
            </a:lvl6pPr>
            <a:lvl7pPr>
              <a:defRPr sz="1275" b="0">
                <a:solidFill>
                  <a:srgbClr val="477774"/>
                </a:solidFill>
              </a:defRPr>
            </a:lvl7pPr>
            <a:lvl8pPr>
              <a:defRPr sz="1275" b="0">
                <a:solidFill>
                  <a:srgbClr val="477774"/>
                </a:solidFill>
              </a:defRPr>
            </a:lvl8pPr>
            <a:lvl9pPr>
              <a:defRPr sz="1275" b="0">
                <a:solidFill>
                  <a:srgbClr val="4777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77774"/>
                </a:solidFill>
              </a:defRPr>
            </a:pPr>
            <a:r>
              <a:rPr sz="1275" b="0">
                <a:solidFill>
                  <a:srgbClr val="477774"/>
                </a:solidFill>
              </a:rPr>
              <a:t>One-day loss threshold by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34CEF-AA45-4CBD-9B2C-0D56BA3F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7315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E6DF"/>
            </a:solidFill>
            <a:prstDash val="solid"/>
          </a:ln>
        </p:spPr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725822A-EDAA-45B0-B72F-E801733A2069}"/>
              </a:ext>
            </a:extLst>
          </p:cNvPr>
          <p:cNvGraphicFramePr/>
          <p:nvPr/>
        </p:nvGraphicFramePr>
        <p:xfrm>
          <a:off xmlns:a="http://schemas.openxmlformats.org/drawingml/2006/main" x="952500" y="2476500"/>
          <a:ext xmlns:a="http://schemas.openxmlformats.org/drawingml/2006/main" cx="661035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7f1e9615c0415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C704D-8B72-44E3-B6B2-3CF27E36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32194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4E4A"/>
          </a:solidFill>
          <a:ln xmlns:a="http://schemas.openxmlformats.org/drawingml/2006/main" w="0">
            <a:solidFill>
              <a:srgbClr val="134E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563E2-4619-4C7B-9B9C-9147FAD6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CCFBF1"/>
                </a:solidFill>
              </a:defRPr>
            </a:defPPr>
            <a:lvl1pPr>
              <a:defRPr sz="1500" b="1">
                <a:solidFill>
                  <a:srgbClr val="CCFBF1"/>
                </a:solidFill>
              </a:defRPr>
            </a:lvl1pPr>
            <a:lvl2pPr>
              <a:defRPr sz="1500" b="1">
                <a:solidFill>
                  <a:srgbClr val="CCFBF1"/>
                </a:solidFill>
              </a:defRPr>
            </a:lvl2pPr>
            <a:lvl3pPr>
              <a:defRPr sz="1500" b="1">
                <a:solidFill>
                  <a:srgbClr val="CCFBF1"/>
                </a:solidFill>
              </a:defRPr>
            </a:lvl3pPr>
            <a:lvl4pPr>
              <a:defRPr sz="1500" b="1">
                <a:solidFill>
                  <a:srgbClr val="CCFBF1"/>
                </a:solidFill>
              </a:defRPr>
            </a:lvl4pPr>
            <a:lvl5pPr>
              <a:defRPr sz="1500" b="1">
                <a:solidFill>
                  <a:srgbClr val="CCFBF1"/>
                </a:solidFill>
              </a:defRPr>
            </a:lvl5pPr>
            <a:lvl6pPr>
              <a:defRPr sz="1500" b="1">
                <a:solidFill>
                  <a:srgbClr val="CCFBF1"/>
                </a:solidFill>
              </a:defRPr>
            </a:lvl6pPr>
            <a:lvl7pPr>
              <a:defRPr sz="1500" b="1">
                <a:solidFill>
                  <a:srgbClr val="CCFBF1"/>
                </a:solidFill>
              </a:defRPr>
            </a:lvl7pPr>
            <a:lvl8pPr>
              <a:defRPr sz="1500" b="1">
                <a:solidFill>
                  <a:srgbClr val="CCFBF1"/>
                </a:solidFill>
              </a:defRPr>
            </a:lvl8pPr>
            <a:lvl9pPr>
              <a:defRPr sz="1500" b="1">
                <a:solidFill>
                  <a:srgbClr val="CCFBF1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CFBF1"/>
                </a:solidFill>
              </a:defRPr>
            </a:pPr>
            <a:r>
              <a:rPr sz="1500" b="1">
                <a:solidFill>
                  <a:srgbClr val="CCFBF1"/>
                </a:solidFill>
              </a:rPr>
              <a:t>Model 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13891-28A2-451A-8B6D-1BBD3294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28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E6FFFB"/>
                </a:solidFill>
              </a:defRPr>
            </a:defPPr>
            <a:lvl1pPr>
              <a:defRPr sz="1275" b="0">
                <a:solidFill>
                  <a:srgbClr val="E6FFFB"/>
                </a:solidFill>
              </a:defRPr>
            </a:lvl1pPr>
            <a:lvl2pPr>
              <a:defRPr sz="1275" b="0">
                <a:solidFill>
                  <a:srgbClr val="E6FFFB"/>
                </a:solidFill>
              </a:defRPr>
            </a:lvl2pPr>
            <a:lvl3pPr>
              <a:defRPr sz="1275" b="0">
                <a:solidFill>
                  <a:srgbClr val="E6FFFB"/>
                </a:solidFill>
              </a:defRPr>
            </a:lvl3pPr>
            <a:lvl4pPr>
              <a:defRPr sz="1275" b="0">
                <a:solidFill>
                  <a:srgbClr val="E6FFFB"/>
                </a:solidFill>
              </a:defRPr>
            </a:lvl4pPr>
            <a:lvl5pPr>
              <a:defRPr sz="1275" b="0">
                <a:solidFill>
                  <a:srgbClr val="E6FFFB"/>
                </a:solidFill>
              </a:defRPr>
            </a:lvl5pPr>
            <a:lvl6pPr>
              <a:defRPr sz="1275" b="0">
                <a:solidFill>
                  <a:srgbClr val="E6FFFB"/>
                </a:solidFill>
              </a:defRPr>
            </a:lvl6pPr>
            <a:lvl7pPr>
              <a:defRPr sz="1275" b="0">
                <a:solidFill>
                  <a:srgbClr val="E6FFFB"/>
                </a:solidFill>
              </a:defRPr>
            </a:lvl7pPr>
            <a:lvl8pPr>
              <a:defRPr sz="1275" b="0">
                <a:solidFill>
                  <a:srgbClr val="E6FFFB"/>
                </a:solidFill>
              </a:defRPr>
            </a:lvl8pPr>
            <a:lvl9pPr>
              <a:defRPr sz="1275" b="0">
                <a:solidFill>
                  <a:srgbClr val="E6FFF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E6FFFB"/>
                </a:solidFill>
              </a:defRPr>
            </a:pPr>
            <a:r>
              <a:rPr sz="1275" b="0">
                <a:solidFill>
                  <a:srgbClr val="E6FFFB"/>
                </a:solidFill>
              </a:rPr>
              <a:t>EWMA produces the lowest current VaR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E6FFFB"/>
                </a:solidFill>
              </a:defRPr>
            </a:pPr>
            <a:r>
              <a:rPr sz="1275" b="0">
                <a:solidFill>
                  <a:srgbClr val="E6FFFB"/>
                </a:solidFill>
              </a:rPr>
              <a:t>GJR retains the equity leverage effect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E6FFFB"/>
                </a:solidFill>
              </a:defRPr>
            </a:pPr>
            <a:r>
              <a:rPr sz="1275" b="0">
                <a:solidFill>
                  <a:srgbClr val="E6FFFB"/>
                </a:solidFill>
              </a:rPr>
              <a:t>Expected Shortfall remains above VaR</a:t>
            </a:r>
          </a:p>
        </p:txBody>
      </p:sp>
    </p:spTree>
    <p:extLst>
      <p:ext uri="{BB962C8B-B14F-4D97-AF65-F5344CB8AC3E}">
        <p14:creationId xmlns:p14="http://schemas.microsoft.com/office/powerpoint/2010/main" val="20356288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3A6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AD9DC3-9C71-4041-A636-386F25B5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7DD3FC"/>
                </a:solidFill>
              </a:defRPr>
            </a:defPPr>
            <a:lvl1pPr>
              <a:defRPr sz="900" b="1">
                <a:solidFill>
                  <a:srgbClr val="7DD3FC"/>
                </a:solidFill>
              </a:defRPr>
            </a:lvl1pPr>
            <a:lvl2pPr>
              <a:defRPr sz="900" b="1">
                <a:solidFill>
                  <a:srgbClr val="7DD3FC"/>
                </a:solidFill>
              </a:defRPr>
            </a:lvl2pPr>
            <a:lvl3pPr>
              <a:defRPr sz="900" b="1">
                <a:solidFill>
                  <a:srgbClr val="7DD3FC"/>
                </a:solidFill>
              </a:defRPr>
            </a:lvl3pPr>
            <a:lvl4pPr>
              <a:defRPr sz="900" b="1">
                <a:solidFill>
                  <a:srgbClr val="7DD3FC"/>
                </a:solidFill>
              </a:defRPr>
            </a:lvl4pPr>
            <a:lvl5pPr>
              <a:defRPr sz="900" b="1">
                <a:solidFill>
                  <a:srgbClr val="7DD3FC"/>
                </a:solidFill>
              </a:defRPr>
            </a:lvl5pPr>
            <a:lvl6pPr>
              <a:defRPr sz="900" b="1">
                <a:solidFill>
                  <a:srgbClr val="7DD3FC"/>
                </a:solidFill>
              </a:defRPr>
            </a:lvl6pPr>
            <a:lvl7pPr>
              <a:defRPr sz="900" b="1">
                <a:solidFill>
                  <a:srgbClr val="7DD3FC"/>
                </a:solidFill>
              </a:defRPr>
            </a:lvl7pPr>
            <a:lvl8pPr>
              <a:defRPr sz="900" b="1">
                <a:solidFill>
                  <a:srgbClr val="7DD3FC"/>
                </a:solidFill>
              </a:defRPr>
            </a:lvl8pPr>
            <a:lvl9pPr>
              <a:defRPr sz="900" b="1">
                <a:solidFill>
                  <a:srgbClr val="7DD3FC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7DD3FC"/>
                </a:solidFill>
              </a:defRPr>
            </a:pPr>
            <a:r>
              <a:rPr sz="900" b="1">
                <a:solidFill>
                  <a:srgbClr val="7DD3FC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FF9C5-C97B-451E-A006-B9C2994E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BD5E1"/>
                </a:solidFill>
              </a:defRPr>
            </a:defPPr>
            <a:lvl1pPr>
              <a:defRPr sz="900" b="1">
                <a:solidFill>
                  <a:srgbClr val="CBD5E1"/>
                </a:solidFill>
              </a:defRPr>
            </a:lvl1pPr>
            <a:lvl2pPr>
              <a:defRPr sz="900" b="1">
                <a:solidFill>
                  <a:srgbClr val="CBD5E1"/>
                </a:solidFill>
              </a:defRPr>
            </a:lvl2pPr>
            <a:lvl3pPr>
              <a:defRPr sz="900" b="1">
                <a:solidFill>
                  <a:srgbClr val="CBD5E1"/>
                </a:solidFill>
              </a:defRPr>
            </a:lvl3pPr>
            <a:lvl4pPr>
              <a:defRPr sz="900" b="1">
                <a:solidFill>
                  <a:srgbClr val="CBD5E1"/>
                </a:solidFill>
              </a:defRPr>
            </a:lvl4pPr>
            <a:lvl5pPr>
              <a:defRPr sz="900" b="1">
                <a:solidFill>
                  <a:srgbClr val="CBD5E1"/>
                </a:solidFill>
              </a:defRPr>
            </a:lvl5pPr>
            <a:lvl6pPr>
              <a:defRPr sz="900" b="1">
                <a:solidFill>
                  <a:srgbClr val="CBD5E1"/>
                </a:solidFill>
              </a:defRPr>
            </a:lvl6pPr>
            <a:lvl7pPr>
              <a:defRPr sz="900" b="1">
                <a:solidFill>
                  <a:srgbClr val="CBD5E1"/>
                </a:solidFill>
              </a:defRPr>
            </a:lvl7pPr>
            <a:lvl8pPr>
              <a:defRPr sz="900" b="1">
                <a:solidFill>
                  <a:srgbClr val="CBD5E1"/>
                </a:solidFill>
              </a:defRPr>
            </a:lvl8pPr>
            <a:lvl9pPr>
              <a:defRPr sz="900" b="1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TECHNICAL BLUEPRINT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3B07A-F381-4284-B57C-E2D477AC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E0F2FE"/>
                </a:solidFill>
              </a:defRPr>
            </a:defPPr>
            <a:lvl1pPr>
              <a:defRPr sz="2250" b="1">
                <a:solidFill>
                  <a:srgbClr val="E0F2FE"/>
                </a:solidFill>
              </a:defRPr>
            </a:lvl1pPr>
            <a:lvl2pPr>
              <a:defRPr sz="2250" b="1">
                <a:solidFill>
                  <a:srgbClr val="E0F2FE"/>
                </a:solidFill>
              </a:defRPr>
            </a:lvl2pPr>
            <a:lvl3pPr>
              <a:defRPr sz="2250" b="1">
                <a:solidFill>
                  <a:srgbClr val="E0F2FE"/>
                </a:solidFill>
              </a:defRPr>
            </a:lvl3pPr>
            <a:lvl4pPr>
              <a:defRPr sz="2250" b="1">
                <a:solidFill>
                  <a:srgbClr val="E0F2FE"/>
                </a:solidFill>
              </a:defRPr>
            </a:lvl4pPr>
            <a:lvl5pPr>
              <a:defRPr sz="2250" b="1">
                <a:solidFill>
                  <a:srgbClr val="E0F2FE"/>
                </a:solidFill>
              </a:defRPr>
            </a:lvl5pPr>
            <a:lvl6pPr>
              <a:defRPr sz="2250" b="1">
                <a:solidFill>
                  <a:srgbClr val="E0F2FE"/>
                </a:solidFill>
              </a:defRPr>
            </a:lvl6pPr>
            <a:lvl7pPr>
              <a:defRPr sz="2250" b="1">
                <a:solidFill>
                  <a:srgbClr val="E0F2FE"/>
                </a:solidFill>
              </a:defRPr>
            </a:lvl7pPr>
            <a:lvl8pPr>
              <a:defRPr sz="2250" b="1">
                <a:solidFill>
                  <a:srgbClr val="E0F2FE"/>
                </a:solidFill>
              </a:defRPr>
            </a:lvl8pPr>
            <a:lvl9pPr>
              <a:defRPr sz="2250" b="1">
                <a:solidFill>
                  <a:srgbClr val="E0F2F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0F2FE"/>
                </a:solidFill>
              </a:defRPr>
            </a:pPr>
            <a:r>
              <a:rPr sz="2250" b="1">
                <a:solidFill>
                  <a:srgbClr val="E0F2FE"/>
                </a:solidFill>
              </a:rPr>
              <a:t>MODEL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D165E-5EB5-4F8B-B906-E13CBE80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AE6FD"/>
                </a:solidFill>
              </a:defRPr>
            </a:defPPr>
            <a:lvl1pPr>
              <a:defRPr sz="1275" b="0">
                <a:solidFill>
                  <a:srgbClr val="BAE6FD"/>
                </a:solidFill>
              </a:defRPr>
            </a:lvl1pPr>
            <a:lvl2pPr>
              <a:defRPr sz="1275" b="0">
                <a:solidFill>
                  <a:srgbClr val="BAE6FD"/>
                </a:solidFill>
              </a:defRPr>
            </a:lvl2pPr>
            <a:lvl3pPr>
              <a:defRPr sz="1275" b="0">
                <a:solidFill>
                  <a:srgbClr val="BAE6FD"/>
                </a:solidFill>
              </a:defRPr>
            </a:lvl3pPr>
            <a:lvl4pPr>
              <a:defRPr sz="1275" b="0">
                <a:solidFill>
                  <a:srgbClr val="BAE6FD"/>
                </a:solidFill>
              </a:defRPr>
            </a:lvl4pPr>
            <a:lvl5pPr>
              <a:defRPr sz="1275" b="0">
                <a:solidFill>
                  <a:srgbClr val="BAE6FD"/>
                </a:solidFill>
              </a:defRPr>
            </a:lvl5pPr>
            <a:lvl6pPr>
              <a:defRPr sz="1275" b="0">
                <a:solidFill>
                  <a:srgbClr val="BAE6FD"/>
                </a:solidFill>
              </a:defRPr>
            </a:lvl6pPr>
            <a:lvl7pPr>
              <a:defRPr sz="1275" b="0">
                <a:solidFill>
                  <a:srgbClr val="BAE6FD"/>
                </a:solidFill>
              </a:defRPr>
            </a:lvl7pPr>
            <a:lvl8pPr>
              <a:defRPr sz="1275" b="0">
                <a:solidFill>
                  <a:srgbClr val="BAE6FD"/>
                </a:solidFill>
              </a:defRPr>
            </a:lvl8pPr>
            <a:lvl9pPr>
              <a:defRPr sz="1275" b="0">
                <a:solidFill>
                  <a:srgbClr val="BAE6F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AE6FD"/>
                </a:solidFill>
              </a:defRPr>
            </a:pPr>
            <a:r>
              <a:rPr sz="1275" b="0">
                <a:solidFill>
                  <a:srgbClr val="BAE6FD"/>
                </a:solidFill>
              </a:rPr>
              <a:t>A transparent path from market data to a validated risk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7E3C5-42C4-4FE0-B990-B3502CBB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E1B23-EF6F-4F0A-AA0C-FFCA994B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DD3FC"/>
                </a:solidFill>
              </a:defRPr>
            </a:defPPr>
            <a:lvl1pPr>
              <a:defRPr sz="975" b="1">
                <a:solidFill>
                  <a:srgbClr val="7DD3FC"/>
                </a:solidFill>
              </a:defRPr>
            </a:lvl1pPr>
            <a:lvl2pPr>
              <a:defRPr sz="975" b="1">
                <a:solidFill>
                  <a:srgbClr val="7DD3FC"/>
                </a:solidFill>
              </a:defRPr>
            </a:lvl2pPr>
            <a:lvl3pPr>
              <a:defRPr sz="975" b="1">
                <a:solidFill>
                  <a:srgbClr val="7DD3FC"/>
                </a:solidFill>
              </a:defRPr>
            </a:lvl3pPr>
            <a:lvl4pPr>
              <a:defRPr sz="975" b="1">
                <a:solidFill>
                  <a:srgbClr val="7DD3FC"/>
                </a:solidFill>
              </a:defRPr>
            </a:lvl4pPr>
            <a:lvl5pPr>
              <a:defRPr sz="975" b="1">
                <a:solidFill>
                  <a:srgbClr val="7DD3FC"/>
                </a:solidFill>
              </a:defRPr>
            </a:lvl5pPr>
            <a:lvl6pPr>
              <a:defRPr sz="975" b="1">
                <a:solidFill>
                  <a:srgbClr val="7DD3FC"/>
                </a:solidFill>
              </a:defRPr>
            </a:lvl6pPr>
            <a:lvl7pPr>
              <a:defRPr sz="975" b="1">
                <a:solidFill>
                  <a:srgbClr val="7DD3FC"/>
                </a:solidFill>
              </a:defRPr>
            </a:lvl7pPr>
            <a:lvl8pPr>
              <a:defRPr sz="975" b="1">
                <a:solidFill>
                  <a:srgbClr val="7DD3FC"/>
                </a:solidFill>
              </a:defRPr>
            </a:lvl8pPr>
            <a:lvl9pPr>
              <a:defRPr sz="975" b="1">
                <a:solidFill>
                  <a:srgbClr val="7DD3F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</a:defRPr>
            </a:pPr>
            <a:r>
              <a:rPr sz="975" b="1">
                <a:solidFill>
                  <a:srgbClr val="7DD3F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1CC6A-DC07-433C-9C2B-70DADCEE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0F9FF"/>
                </a:solidFill>
              </a:defRPr>
            </a:defPPr>
            <a:lvl1pPr>
              <a:defRPr sz="1500" b="1">
                <a:solidFill>
                  <a:srgbClr val="F0F9FF"/>
                </a:solidFill>
              </a:defRPr>
            </a:lvl1pPr>
            <a:lvl2pPr>
              <a:defRPr sz="1500" b="1">
                <a:solidFill>
                  <a:srgbClr val="F0F9FF"/>
                </a:solidFill>
              </a:defRPr>
            </a:lvl2pPr>
            <a:lvl3pPr>
              <a:defRPr sz="1500" b="1">
                <a:solidFill>
                  <a:srgbClr val="F0F9FF"/>
                </a:solidFill>
              </a:defRPr>
            </a:lvl3pPr>
            <a:lvl4pPr>
              <a:defRPr sz="1500" b="1">
                <a:solidFill>
                  <a:srgbClr val="F0F9FF"/>
                </a:solidFill>
              </a:defRPr>
            </a:lvl4pPr>
            <a:lvl5pPr>
              <a:defRPr sz="1500" b="1">
                <a:solidFill>
                  <a:srgbClr val="F0F9FF"/>
                </a:solidFill>
              </a:defRPr>
            </a:lvl5pPr>
            <a:lvl6pPr>
              <a:defRPr sz="1500" b="1">
                <a:solidFill>
                  <a:srgbClr val="F0F9FF"/>
                </a:solidFill>
              </a:defRPr>
            </a:lvl6pPr>
            <a:lvl7pPr>
              <a:defRPr sz="1500" b="1">
                <a:solidFill>
                  <a:srgbClr val="F0F9FF"/>
                </a:solidFill>
              </a:defRPr>
            </a:lvl7pPr>
            <a:lvl8pPr>
              <a:defRPr sz="1500" b="1">
                <a:solidFill>
                  <a:srgbClr val="F0F9FF"/>
                </a:solidFill>
              </a:defRPr>
            </a:lvl8pPr>
            <a:lvl9pPr>
              <a:defRPr sz="1500" b="1">
                <a:solidFill>
                  <a:srgbClr val="F0F9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0F9FF"/>
                </a:solidFill>
              </a:defRPr>
            </a:pPr>
            <a:r>
              <a:rPr sz="1500" b="1">
                <a:solidFill>
                  <a:srgbClr val="F0F9FF"/>
                </a:solidFill>
              </a:rPr>
              <a:t>Market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1CF8D-87A0-4F92-8697-0684CAA0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66A29-1A54-43FE-ABDC-7EA9F110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DD3FC"/>
                </a:solidFill>
              </a:defRPr>
            </a:defPPr>
            <a:lvl1pPr>
              <a:defRPr sz="975" b="1">
                <a:solidFill>
                  <a:srgbClr val="7DD3FC"/>
                </a:solidFill>
              </a:defRPr>
            </a:lvl1pPr>
            <a:lvl2pPr>
              <a:defRPr sz="975" b="1">
                <a:solidFill>
                  <a:srgbClr val="7DD3FC"/>
                </a:solidFill>
              </a:defRPr>
            </a:lvl2pPr>
            <a:lvl3pPr>
              <a:defRPr sz="975" b="1">
                <a:solidFill>
                  <a:srgbClr val="7DD3FC"/>
                </a:solidFill>
              </a:defRPr>
            </a:lvl3pPr>
            <a:lvl4pPr>
              <a:defRPr sz="975" b="1">
                <a:solidFill>
                  <a:srgbClr val="7DD3FC"/>
                </a:solidFill>
              </a:defRPr>
            </a:lvl4pPr>
            <a:lvl5pPr>
              <a:defRPr sz="975" b="1">
                <a:solidFill>
                  <a:srgbClr val="7DD3FC"/>
                </a:solidFill>
              </a:defRPr>
            </a:lvl5pPr>
            <a:lvl6pPr>
              <a:defRPr sz="975" b="1">
                <a:solidFill>
                  <a:srgbClr val="7DD3FC"/>
                </a:solidFill>
              </a:defRPr>
            </a:lvl6pPr>
            <a:lvl7pPr>
              <a:defRPr sz="975" b="1">
                <a:solidFill>
                  <a:srgbClr val="7DD3FC"/>
                </a:solidFill>
              </a:defRPr>
            </a:lvl7pPr>
            <a:lvl8pPr>
              <a:defRPr sz="975" b="1">
                <a:solidFill>
                  <a:srgbClr val="7DD3FC"/>
                </a:solidFill>
              </a:defRPr>
            </a:lvl8pPr>
            <a:lvl9pPr>
              <a:defRPr sz="975" b="1">
                <a:solidFill>
                  <a:srgbClr val="7DD3F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</a:defRPr>
            </a:pPr>
            <a:r>
              <a:rPr sz="975" b="1">
                <a:solidFill>
                  <a:srgbClr val="7DD3F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2B40F-EC2D-43E9-A4F8-7E886738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0F9FF"/>
                </a:solidFill>
              </a:defRPr>
            </a:defPPr>
            <a:lvl1pPr>
              <a:defRPr sz="1500" b="1">
                <a:solidFill>
                  <a:srgbClr val="F0F9FF"/>
                </a:solidFill>
              </a:defRPr>
            </a:lvl1pPr>
            <a:lvl2pPr>
              <a:defRPr sz="1500" b="1">
                <a:solidFill>
                  <a:srgbClr val="F0F9FF"/>
                </a:solidFill>
              </a:defRPr>
            </a:lvl2pPr>
            <a:lvl3pPr>
              <a:defRPr sz="1500" b="1">
                <a:solidFill>
                  <a:srgbClr val="F0F9FF"/>
                </a:solidFill>
              </a:defRPr>
            </a:lvl3pPr>
            <a:lvl4pPr>
              <a:defRPr sz="1500" b="1">
                <a:solidFill>
                  <a:srgbClr val="F0F9FF"/>
                </a:solidFill>
              </a:defRPr>
            </a:lvl4pPr>
            <a:lvl5pPr>
              <a:defRPr sz="1500" b="1">
                <a:solidFill>
                  <a:srgbClr val="F0F9FF"/>
                </a:solidFill>
              </a:defRPr>
            </a:lvl5pPr>
            <a:lvl6pPr>
              <a:defRPr sz="1500" b="1">
                <a:solidFill>
                  <a:srgbClr val="F0F9FF"/>
                </a:solidFill>
              </a:defRPr>
            </a:lvl6pPr>
            <a:lvl7pPr>
              <a:defRPr sz="1500" b="1">
                <a:solidFill>
                  <a:srgbClr val="F0F9FF"/>
                </a:solidFill>
              </a:defRPr>
            </a:lvl7pPr>
            <a:lvl8pPr>
              <a:defRPr sz="1500" b="1">
                <a:solidFill>
                  <a:srgbClr val="F0F9FF"/>
                </a:solidFill>
              </a:defRPr>
            </a:lvl8pPr>
            <a:lvl9pPr>
              <a:defRPr sz="1500" b="1">
                <a:solidFill>
                  <a:srgbClr val="F0F9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0F9FF"/>
                </a:solidFill>
              </a:defRPr>
            </a:pPr>
            <a:r>
              <a:rPr sz="1500" b="1">
                <a:solidFill>
                  <a:srgbClr val="F0F9FF"/>
                </a:solidFill>
              </a:rPr>
              <a:t>Clean returns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D164A-7C81-40E5-87EB-BE508701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A7372-FD8D-4953-9F01-D2801C3C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DD3FC"/>
                </a:solidFill>
              </a:defRPr>
            </a:defPPr>
            <a:lvl1pPr>
              <a:defRPr sz="975" b="1">
                <a:solidFill>
                  <a:srgbClr val="7DD3FC"/>
                </a:solidFill>
              </a:defRPr>
            </a:lvl1pPr>
            <a:lvl2pPr>
              <a:defRPr sz="975" b="1">
                <a:solidFill>
                  <a:srgbClr val="7DD3FC"/>
                </a:solidFill>
              </a:defRPr>
            </a:lvl2pPr>
            <a:lvl3pPr>
              <a:defRPr sz="975" b="1">
                <a:solidFill>
                  <a:srgbClr val="7DD3FC"/>
                </a:solidFill>
              </a:defRPr>
            </a:lvl3pPr>
            <a:lvl4pPr>
              <a:defRPr sz="975" b="1">
                <a:solidFill>
                  <a:srgbClr val="7DD3FC"/>
                </a:solidFill>
              </a:defRPr>
            </a:lvl4pPr>
            <a:lvl5pPr>
              <a:defRPr sz="975" b="1">
                <a:solidFill>
                  <a:srgbClr val="7DD3FC"/>
                </a:solidFill>
              </a:defRPr>
            </a:lvl5pPr>
            <a:lvl6pPr>
              <a:defRPr sz="975" b="1">
                <a:solidFill>
                  <a:srgbClr val="7DD3FC"/>
                </a:solidFill>
              </a:defRPr>
            </a:lvl6pPr>
            <a:lvl7pPr>
              <a:defRPr sz="975" b="1">
                <a:solidFill>
                  <a:srgbClr val="7DD3FC"/>
                </a:solidFill>
              </a:defRPr>
            </a:lvl7pPr>
            <a:lvl8pPr>
              <a:defRPr sz="975" b="1">
                <a:solidFill>
                  <a:srgbClr val="7DD3FC"/>
                </a:solidFill>
              </a:defRPr>
            </a:lvl8pPr>
            <a:lvl9pPr>
              <a:defRPr sz="975" b="1">
                <a:solidFill>
                  <a:srgbClr val="7DD3F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</a:defRPr>
            </a:pPr>
            <a:r>
              <a:rPr sz="975" b="1">
                <a:solidFill>
                  <a:srgbClr val="7DD3F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DD45A-1C33-4EE1-8496-85C372F1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0F9FF"/>
                </a:solidFill>
              </a:defRPr>
            </a:defPPr>
            <a:lvl1pPr>
              <a:defRPr sz="1500" b="1">
                <a:solidFill>
                  <a:srgbClr val="F0F9FF"/>
                </a:solidFill>
              </a:defRPr>
            </a:lvl1pPr>
            <a:lvl2pPr>
              <a:defRPr sz="1500" b="1">
                <a:solidFill>
                  <a:srgbClr val="F0F9FF"/>
                </a:solidFill>
              </a:defRPr>
            </a:lvl2pPr>
            <a:lvl3pPr>
              <a:defRPr sz="1500" b="1">
                <a:solidFill>
                  <a:srgbClr val="F0F9FF"/>
                </a:solidFill>
              </a:defRPr>
            </a:lvl3pPr>
            <a:lvl4pPr>
              <a:defRPr sz="1500" b="1">
                <a:solidFill>
                  <a:srgbClr val="F0F9FF"/>
                </a:solidFill>
              </a:defRPr>
            </a:lvl4pPr>
            <a:lvl5pPr>
              <a:defRPr sz="1500" b="1">
                <a:solidFill>
                  <a:srgbClr val="F0F9FF"/>
                </a:solidFill>
              </a:defRPr>
            </a:lvl5pPr>
            <a:lvl6pPr>
              <a:defRPr sz="1500" b="1">
                <a:solidFill>
                  <a:srgbClr val="F0F9FF"/>
                </a:solidFill>
              </a:defRPr>
            </a:lvl6pPr>
            <a:lvl7pPr>
              <a:defRPr sz="1500" b="1">
                <a:solidFill>
                  <a:srgbClr val="F0F9FF"/>
                </a:solidFill>
              </a:defRPr>
            </a:lvl7pPr>
            <a:lvl8pPr>
              <a:defRPr sz="1500" b="1">
                <a:solidFill>
                  <a:srgbClr val="F0F9FF"/>
                </a:solidFill>
              </a:defRPr>
            </a:lvl8pPr>
            <a:lvl9pPr>
              <a:defRPr sz="1500" b="1">
                <a:solidFill>
                  <a:srgbClr val="F0F9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0F9FF"/>
                </a:solidFill>
              </a:defRPr>
            </a:pPr>
            <a:r>
              <a:rPr sz="1500" b="1">
                <a:solidFill>
                  <a:srgbClr val="F0F9FF"/>
                </a:solidFill>
              </a:rPr>
              <a:t>Volatility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4FCD1-4CDA-4589-8956-C305C2AA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D1271-B42A-4D8D-B329-07E346F6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DD3FC"/>
                </a:solidFill>
              </a:defRPr>
            </a:defPPr>
            <a:lvl1pPr>
              <a:defRPr sz="975" b="1">
                <a:solidFill>
                  <a:srgbClr val="7DD3FC"/>
                </a:solidFill>
              </a:defRPr>
            </a:lvl1pPr>
            <a:lvl2pPr>
              <a:defRPr sz="975" b="1">
                <a:solidFill>
                  <a:srgbClr val="7DD3FC"/>
                </a:solidFill>
              </a:defRPr>
            </a:lvl2pPr>
            <a:lvl3pPr>
              <a:defRPr sz="975" b="1">
                <a:solidFill>
                  <a:srgbClr val="7DD3FC"/>
                </a:solidFill>
              </a:defRPr>
            </a:lvl3pPr>
            <a:lvl4pPr>
              <a:defRPr sz="975" b="1">
                <a:solidFill>
                  <a:srgbClr val="7DD3FC"/>
                </a:solidFill>
              </a:defRPr>
            </a:lvl4pPr>
            <a:lvl5pPr>
              <a:defRPr sz="975" b="1">
                <a:solidFill>
                  <a:srgbClr val="7DD3FC"/>
                </a:solidFill>
              </a:defRPr>
            </a:lvl5pPr>
            <a:lvl6pPr>
              <a:defRPr sz="975" b="1">
                <a:solidFill>
                  <a:srgbClr val="7DD3FC"/>
                </a:solidFill>
              </a:defRPr>
            </a:lvl6pPr>
            <a:lvl7pPr>
              <a:defRPr sz="975" b="1">
                <a:solidFill>
                  <a:srgbClr val="7DD3FC"/>
                </a:solidFill>
              </a:defRPr>
            </a:lvl7pPr>
            <a:lvl8pPr>
              <a:defRPr sz="975" b="1">
                <a:solidFill>
                  <a:srgbClr val="7DD3FC"/>
                </a:solidFill>
              </a:defRPr>
            </a:lvl8pPr>
            <a:lvl9pPr>
              <a:defRPr sz="975" b="1">
                <a:solidFill>
                  <a:srgbClr val="7DD3F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</a:defRPr>
            </a:pPr>
            <a:r>
              <a:rPr sz="975" b="1">
                <a:solidFill>
                  <a:srgbClr val="7DD3FC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E6684-78E0-41BD-B790-A26D560F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0F9FF"/>
                </a:solidFill>
              </a:defRPr>
            </a:defPPr>
            <a:lvl1pPr>
              <a:defRPr sz="1500" b="1">
                <a:solidFill>
                  <a:srgbClr val="F0F9FF"/>
                </a:solidFill>
              </a:defRPr>
            </a:lvl1pPr>
            <a:lvl2pPr>
              <a:defRPr sz="1500" b="1">
                <a:solidFill>
                  <a:srgbClr val="F0F9FF"/>
                </a:solidFill>
              </a:defRPr>
            </a:lvl2pPr>
            <a:lvl3pPr>
              <a:defRPr sz="1500" b="1">
                <a:solidFill>
                  <a:srgbClr val="F0F9FF"/>
                </a:solidFill>
              </a:defRPr>
            </a:lvl3pPr>
            <a:lvl4pPr>
              <a:defRPr sz="1500" b="1">
                <a:solidFill>
                  <a:srgbClr val="F0F9FF"/>
                </a:solidFill>
              </a:defRPr>
            </a:lvl4pPr>
            <a:lvl5pPr>
              <a:defRPr sz="1500" b="1">
                <a:solidFill>
                  <a:srgbClr val="F0F9FF"/>
                </a:solidFill>
              </a:defRPr>
            </a:lvl5pPr>
            <a:lvl6pPr>
              <a:defRPr sz="1500" b="1">
                <a:solidFill>
                  <a:srgbClr val="F0F9FF"/>
                </a:solidFill>
              </a:defRPr>
            </a:lvl6pPr>
            <a:lvl7pPr>
              <a:defRPr sz="1500" b="1">
                <a:solidFill>
                  <a:srgbClr val="F0F9FF"/>
                </a:solidFill>
              </a:defRPr>
            </a:lvl7pPr>
            <a:lvl8pPr>
              <a:defRPr sz="1500" b="1">
                <a:solidFill>
                  <a:srgbClr val="F0F9FF"/>
                </a:solidFill>
              </a:defRPr>
            </a:lvl8pPr>
            <a:lvl9pPr>
              <a:defRPr sz="1500" b="1">
                <a:solidFill>
                  <a:srgbClr val="F0F9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0F9FF"/>
                </a:solidFill>
              </a:defRPr>
            </a:pPr>
            <a:r>
              <a:rPr sz="1500" b="1">
                <a:solidFill>
                  <a:srgbClr val="F0F9FF"/>
                </a:solidFill>
              </a:rPr>
              <a:t>VaR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2FB70-F9E4-4835-BD7F-A9122C51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991FB-155E-4A50-A17D-C64CE5A7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29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DD3FC"/>
                </a:solidFill>
              </a:defRPr>
            </a:defPPr>
            <a:lvl1pPr>
              <a:defRPr sz="975" b="1">
                <a:solidFill>
                  <a:srgbClr val="7DD3FC"/>
                </a:solidFill>
              </a:defRPr>
            </a:lvl1pPr>
            <a:lvl2pPr>
              <a:defRPr sz="975" b="1">
                <a:solidFill>
                  <a:srgbClr val="7DD3FC"/>
                </a:solidFill>
              </a:defRPr>
            </a:lvl2pPr>
            <a:lvl3pPr>
              <a:defRPr sz="975" b="1">
                <a:solidFill>
                  <a:srgbClr val="7DD3FC"/>
                </a:solidFill>
              </a:defRPr>
            </a:lvl3pPr>
            <a:lvl4pPr>
              <a:defRPr sz="975" b="1">
                <a:solidFill>
                  <a:srgbClr val="7DD3FC"/>
                </a:solidFill>
              </a:defRPr>
            </a:lvl4pPr>
            <a:lvl5pPr>
              <a:defRPr sz="975" b="1">
                <a:solidFill>
                  <a:srgbClr val="7DD3FC"/>
                </a:solidFill>
              </a:defRPr>
            </a:lvl5pPr>
            <a:lvl6pPr>
              <a:defRPr sz="975" b="1">
                <a:solidFill>
                  <a:srgbClr val="7DD3FC"/>
                </a:solidFill>
              </a:defRPr>
            </a:lvl6pPr>
            <a:lvl7pPr>
              <a:defRPr sz="975" b="1">
                <a:solidFill>
                  <a:srgbClr val="7DD3FC"/>
                </a:solidFill>
              </a:defRPr>
            </a:lvl7pPr>
            <a:lvl8pPr>
              <a:defRPr sz="975" b="1">
                <a:solidFill>
                  <a:srgbClr val="7DD3FC"/>
                </a:solidFill>
              </a:defRPr>
            </a:lvl8pPr>
            <a:lvl9pPr>
              <a:defRPr sz="975" b="1">
                <a:solidFill>
                  <a:srgbClr val="7DD3F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</a:defRPr>
            </a:pPr>
            <a:r>
              <a:rPr sz="975" b="1">
                <a:solidFill>
                  <a:srgbClr val="7DD3FC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35A0B-01B0-4161-B70E-6881221B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91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0F9FF"/>
                </a:solidFill>
              </a:defRPr>
            </a:defPPr>
            <a:lvl1pPr>
              <a:defRPr sz="1500" b="1">
                <a:solidFill>
                  <a:srgbClr val="F0F9FF"/>
                </a:solidFill>
              </a:defRPr>
            </a:lvl1pPr>
            <a:lvl2pPr>
              <a:defRPr sz="1500" b="1">
                <a:solidFill>
                  <a:srgbClr val="F0F9FF"/>
                </a:solidFill>
              </a:defRPr>
            </a:lvl2pPr>
            <a:lvl3pPr>
              <a:defRPr sz="1500" b="1">
                <a:solidFill>
                  <a:srgbClr val="F0F9FF"/>
                </a:solidFill>
              </a:defRPr>
            </a:lvl3pPr>
            <a:lvl4pPr>
              <a:defRPr sz="1500" b="1">
                <a:solidFill>
                  <a:srgbClr val="F0F9FF"/>
                </a:solidFill>
              </a:defRPr>
            </a:lvl4pPr>
            <a:lvl5pPr>
              <a:defRPr sz="1500" b="1">
                <a:solidFill>
                  <a:srgbClr val="F0F9FF"/>
                </a:solidFill>
              </a:defRPr>
            </a:lvl5pPr>
            <a:lvl6pPr>
              <a:defRPr sz="1500" b="1">
                <a:solidFill>
                  <a:srgbClr val="F0F9FF"/>
                </a:solidFill>
              </a:defRPr>
            </a:lvl6pPr>
            <a:lvl7pPr>
              <a:defRPr sz="1500" b="1">
                <a:solidFill>
                  <a:srgbClr val="F0F9FF"/>
                </a:solidFill>
              </a:defRPr>
            </a:lvl7pPr>
            <a:lvl8pPr>
              <a:defRPr sz="1500" b="1">
                <a:solidFill>
                  <a:srgbClr val="F0F9FF"/>
                </a:solidFill>
              </a:defRPr>
            </a:lvl8pPr>
            <a:lvl9pPr>
              <a:defRPr sz="1500" b="1">
                <a:solidFill>
                  <a:srgbClr val="F0F9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0F9FF"/>
                </a:solidFill>
              </a:defRPr>
            </a:pPr>
            <a:r>
              <a:rPr sz="1500" b="1">
                <a:solidFill>
                  <a:srgbClr val="F0F9FF"/>
                </a:solidFill>
              </a:rPr>
              <a:t>Backtesting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6EAAB-7913-444F-9721-4ED99B2A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83DEF6-157D-4BD8-99B6-944E8CC7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29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DD3FC"/>
                </a:solidFill>
              </a:defRPr>
            </a:defPPr>
            <a:lvl1pPr>
              <a:defRPr sz="975" b="1">
                <a:solidFill>
                  <a:srgbClr val="7DD3FC"/>
                </a:solidFill>
              </a:defRPr>
            </a:lvl1pPr>
            <a:lvl2pPr>
              <a:defRPr sz="975" b="1">
                <a:solidFill>
                  <a:srgbClr val="7DD3FC"/>
                </a:solidFill>
              </a:defRPr>
            </a:lvl2pPr>
            <a:lvl3pPr>
              <a:defRPr sz="975" b="1">
                <a:solidFill>
                  <a:srgbClr val="7DD3FC"/>
                </a:solidFill>
              </a:defRPr>
            </a:lvl3pPr>
            <a:lvl4pPr>
              <a:defRPr sz="975" b="1">
                <a:solidFill>
                  <a:srgbClr val="7DD3FC"/>
                </a:solidFill>
              </a:defRPr>
            </a:lvl4pPr>
            <a:lvl5pPr>
              <a:defRPr sz="975" b="1">
                <a:solidFill>
                  <a:srgbClr val="7DD3FC"/>
                </a:solidFill>
              </a:defRPr>
            </a:lvl5pPr>
            <a:lvl6pPr>
              <a:defRPr sz="975" b="1">
                <a:solidFill>
                  <a:srgbClr val="7DD3FC"/>
                </a:solidFill>
              </a:defRPr>
            </a:lvl6pPr>
            <a:lvl7pPr>
              <a:defRPr sz="975" b="1">
                <a:solidFill>
                  <a:srgbClr val="7DD3FC"/>
                </a:solidFill>
              </a:defRPr>
            </a:lvl7pPr>
            <a:lvl8pPr>
              <a:defRPr sz="975" b="1">
                <a:solidFill>
                  <a:srgbClr val="7DD3FC"/>
                </a:solidFill>
              </a:defRPr>
            </a:lvl8pPr>
            <a:lvl9pPr>
              <a:defRPr sz="975" b="1">
                <a:solidFill>
                  <a:srgbClr val="7DD3F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</a:defRPr>
            </a:pPr>
            <a:r>
              <a:rPr sz="975" b="1">
                <a:solidFill>
                  <a:srgbClr val="7DD3FC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199A7-3C1E-4CF6-A26B-5CA6EA69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91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0F9FF"/>
                </a:solidFill>
              </a:defRPr>
            </a:defPPr>
            <a:lvl1pPr>
              <a:defRPr sz="1500" b="1">
                <a:solidFill>
                  <a:srgbClr val="F0F9FF"/>
                </a:solidFill>
              </a:defRPr>
            </a:lvl1pPr>
            <a:lvl2pPr>
              <a:defRPr sz="1500" b="1">
                <a:solidFill>
                  <a:srgbClr val="F0F9FF"/>
                </a:solidFill>
              </a:defRPr>
            </a:lvl2pPr>
            <a:lvl3pPr>
              <a:defRPr sz="1500" b="1">
                <a:solidFill>
                  <a:srgbClr val="F0F9FF"/>
                </a:solidFill>
              </a:defRPr>
            </a:lvl3pPr>
            <a:lvl4pPr>
              <a:defRPr sz="1500" b="1">
                <a:solidFill>
                  <a:srgbClr val="F0F9FF"/>
                </a:solidFill>
              </a:defRPr>
            </a:lvl4pPr>
            <a:lvl5pPr>
              <a:defRPr sz="1500" b="1">
                <a:solidFill>
                  <a:srgbClr val="F0F9FF"/>
                </a:solidFill>
              </a:defRPr>
            </a:lvl5pPr>
            <a:lvl6pPr>
              <a:defRPr sz="1500" b="1">
                <a:solidFill>
                  <a:srgbClr val="F0F9FF"/>
                </a:solidFill>
              </a:defRPr>
            </a:lvl6pPr>
            <a:lvl7pPr>
              <a:defRPr sz="1500" b="1">
                <a:solidFill>
                  <a:srgbClr val="F0F9FF"/>
                </a:solidFill>
              </a:defRPr>
            </a:lvl7pPr>
            <a:lvl8pPr>
              <a:defRPr sz="1500" b="1">
                <a:solidFill>
                  <a:srgbClr val="F0F9FF"/>
                </a:solidFill>
              </a:defRPr>
            </a:lvl8pPr>
            <a:lvl9pPr>
              <a:defRPr sz="1500" b="1">
                <a:solidFill>
                  <a:srgbClr val="F0F9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0F9FF"/>
                </a:solidFill>
              </a:defRPr>
            </a:pPr>
            <a:r>
              <a:rPr sz="1500" b="1">
                <a:solidFill>
                  <a:srgbClr val="F0F9FF"/>
                </a:solidFill>
              </a:rPr>
              <a:t>Stress loss</a:t>
            </a:r>
          </a:p>
        </p:txBody>
      </p:sp>
    </p:spTree>
    <p:extLst>
      <p:ext uri="{BB962C8B-B14F-4D97-AF65-F5344CB8AC3E}">
        <p14:creationId xmlns:p14="http://schemas.microsoft.com/office/powerpoint/2010/main" val="129027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ACBE6-A4A6-474F-85EA-3E22F13D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F264"/>
          </a:solidFill>
          <a:ln xmlns:a="http://schemas.openxmlformats.org/drawingml/2006/main" w="0">
            <a:solidFill>
              <a:srgbClr val="BEF26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2658F-E2D8-4DE3-BCCF-66D7625A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EF264"/>
                </a:solidFill>
              </a:defRPr>
            </a:defPPr>
            <a:lvl1pPr>
              <a:defRPr sz="900" b="1">
                <a:solidFill>
                  <a:srgbClr val="BEF264"/>
                </a:solidFill>
              </a:defRPr>
            </a:lvl1pPr>
            <a:lvl2pPr>
              <a:defRPr sz="900" b="1">
                <a:solidFill>
                  <a:srgbClr val="BEF264"/>
                </a:solidFill>
              </a:defRPr>
            </a:lvl2pPr>
            <a:lvl3pPr>
              <a:defRPr sz="900" b="1">
                <a:solidFill>
                  <a:srgbClr val="BEF264"/>
                </a:solidFill>
              </a:defRPr>
            </a:lvl3pPr>
            <a:lvl4pPr>
              <a:defRPr sz="900" b="1">
                <a:solidFill>
                  <a:srgbClr val="BEF264"/>
                </a:solidFill>
              </a:defRPr>
            </a:lvl4pPr>
            <a:lvl5pPr>
              <a:defRPr sz="900" b="1">
                <a:solidFill>
                  <a:srgbClr val="BEF264"/>
                </a:solidFill>
              </a:defRPr>
            </a:lvl5pPr>
            <a:lvl6pPr>
              <a:defRPr sz="900" b="1">
                <a:solidFill>
                  <a:srgbClr val="BEF264"/>
                </a:solidFill>
              </a:defRPr>
            </a:lvl6pPr>
            <a:lvl7pPr>
              <a:defRPr sz="900" b="1">
                <a:solidFill>
                  <a:srgbClr val="BEF264"/>
                </a:solidFill>
              </a:defRPr>
            </a:lvl7pPr>
            <a:lvl8pPr>
              <a:defRPr sz="900" b="1">
                <a:solidFill>
                  <a:srgbClr val="BEF264"/>
                </a:solidFill>
              </a:defRPr>
            </a:lvl8pPr>
            <a:lvl9pPr>
              <a:defRPr sz="900" b="1">
                <a:solidFill>
                  <a:srgbClr val="BEF264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EF264"/>
                </a:solidFill>
              </a:defRPr>
            </a:pPr>
            <a:r>
              <a:rPr sz="900" b="1">
                <a:solidFill>
                  <a:srgbClr val="BEF264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1D46E-101D-4CE0-BAAC-9367A3BE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BD5E1"/>
                </a:solidFill>
              </a:defRPr>
            </a:defPPr>
            <a:lvl1pPr>
              <a:defRPr sz="900" b="1">
                <a:solidFill>
                  <a:srgbClr val="CBD5E1"/>
                </a:solidFill>
              </a:defRPr>
            </a:lvl1pPr>
            <a:lvl2pPr>
              <a:defRPr sz="900" b="1">
                <a:solidFill>
                  <a:srgbClr val="CBD5E1"/>
                </a:solidFill>
              </a:defRPr>
            </a:lvl2pPr>
            <a:lvl3pPr>
              <a:defRPr sz="900" b="1">
                <a:solidFill>
                  <a:srgbClr val="CBD5E1"/>
                </a:solidFill>
              </a:defRPr>
            </a:lvl3pPr>
            <a:lvl4pPr>
              <a:defRPr sz="900" b="1">
                <a:solidFill>
                  <a:srgbClr val="CBD5E1"/>
                </a:solidFill>
              </a:defRPr>
            </a:lvl4pPr>
            <a:lvl5pPr>
              <a:defRPr sz="900" b="1">
                <a:solidFill>
                  <a:srgbClr val="CBD5E1"/>
                </a:solidFill>
              </a:defRPr>
            </a:lvl5pPr>
            <a:lvl6pPr>
              <a:defRPr sz="900" b="1">
                <a:solidFill>
                  <a:srgbClr val="CBD5E1"/>
                </a:solidFill>
              </a:defRPr>
            </a:lvl6pPr>
            <a:lvl7pPr>
              <a:defRPr sz="900" b="1">
                <a:solidFill>
                  <a:srgbClr val="CBD5E1"/>
                </a:solidFill>
              </a:defRPr>
            </a:lvl7pPr>
            <a:lvl8pPr>
              <a:defRPr sz="900" b="1">
                <a:solidFill>
                  <a:srgbClr val="CBD5E1"/>
                </a:solidFill>
              </a:defRPr>
            </a:lvl8pPr>
            <a:lvl9pPr>
              <a:defRPr sz="900" b="1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CHARCOAL AND LIME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C9FA4-4F08-4CA9-A279-97492709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AFAFA"/>
                </a:solidFill>
              </a:defRPr>
            </a:defPPr>
            <a:lvl1pPr>
              <a:defRPr sz="3450" b="1">
                <a:solidFill>
                  <a:srgbClr val="FAFAFA"/>
                </a:solidFill>
              </a:defRPr>
            </a:lvl1pPr>
            <a:lvl2pPr>
              <a:defRPr sz="3450" b="1">
                <a:solidFill>
                  <a:srgbClr val="FAFAFA"/>
                </a:solidFill>
              </a:defRPr>
            </a:lvl2pPr>
            <a:lvl3pPr>
              <a:defRPr sz="3450" b="1">
                <a:solidFill>
                  <a:srgbClr val="FAFAFA"/>
                </a:solidFill>
              </a:defRPr>
            </a:lvl3pPr>
            <a:lvl4pPr>
              <a:defRPr sz="3450" b="1">
                <a:solidFill>
                  <a:srgbClr val="FAFAFA"/>
                </a:solidFill>
              </a:defRPr>
            </a:lvl4pPr>
            <a:lvl5pPr>
              <a:defRPr sz="3450" b="1">
                <a:solidFill>
                  <a:srgbClr val="FAFAFA"/>
                </a:solidFill>
              </a:defRPr>
            </a:lvl5pPr>
            <a:lvl6pPr>
              <a:defRPr sz="3450" b="1">
                <a:solidFill>
                  <a:srgbClr val="FAFAFA"/>
                </a:solidFill>
              </a:defRPr>
            </a:lvl6pPr>
            <a:lvl7pPr>
              <a:defRPr sz="3450" b="1">
                <a:solidFill>
                  <a:srgbClr val="FAFAFA"/>
                </a:solidFill>
              </a:defRPr>
            </a:lvl7pPr>
            <a:lvl8pPr>
              <a:defRPr sz="3450" b="1">
                <a:solidFill>
                  <a:srgbClr val="FAFAFA"/>
                </a:solidFill>
              </a:defRPr>
            </a:lvl8pPr>
            <a:lvl9pPr>
              <a:defRPr sz="3450" b="1">
                <a:solidFill>
                  <a:srgbClr val="FAFAFA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AFAFA"/>
                </a:solidFill>
              </a:defRPr>
            </a:pPr>
            <a:r>
              <a:rPr sz="3450" b="1">
                <a:solidFill>
                  <a:srgbClr val="FAFAFA"/>
                </a:solidFill>
              </a:rPr>
              <a:t>Backtesting</a:t>
            </a:r>
          </a:p>
          <a:p xmlns:a="http://schemas.openxmlformats.org/drawingml/2006/main">
            <a:pPr>
              <a:defRPr sz="3450" b="1">
                <a:solidFill>
                  <a:srgbClr val="FAFAFA"/>
                </a:solidFill>
              </a:defRPr>
            </a:pPr>
            <a:r>
              <a:rPr sz="3450" b="1">
                <a:solidFill>
                  <a:srgbClr val="FAFAFA"/>
                </a:solidFill>
              </a:rPr>
              <a:t>that exposes failure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6DF0E-D5FA-4F10-83E4-9FED413A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3A3A3"/>
                </a:solidFill>
              </a:defRPr>
            </a:defPPr>
            <a:lvl1pPr>
              <a:defRPr sz="1350" b="0">
                <a:solidFill>
                  <a:srgbClr val="A3A3A3"/>
                </a:solidFill>
              </a:defRPr>
            </a:lvl1pPr>
            <a:lvl2pPr>
              <a:defRPr sz="1350" b="0">
                <a:solidFill>
                  <a:srgbClr val="A3A3A3"/>
                </a:solidFill>
              </a:defRPr>
            </a:lvl2pPr>
            <a:lvl3pPr>
              <a:defRPr sz="1350" b="0">
                <a:solidFill>
                  <a:srgbClr val="A3A3A3"/>
                </a:solidFill>
              </a:defRPr>
            </a:lvl3pPr>
            <a:lvl4pPr>
              <a:defRPr sz="1350" b="0">
                <a:solidFill>
                  <a:srgbClr val="A3A3A3"/>
                </a:solidFill>
              </a:defRPr>
            </a:lvl4pPr>
            <a:lvl5pPr>
              <a:defRPr sz="1350" b="0">
                <a:solidFill>
                  <a:srgbClr val="A3A3A3"/>
                </a:solidFill>
              </a:defRPr>
            </a:lvl5pPr>
            <a:lvl6pPr>
              <a:defRPr sz="1350" b="0">
                <a:solidFill>
                  <a:srgbClr val="A3A3A3"/>
                </a:solidFill>
              </a:defRPr>
            </a:lvl6pPr>
            <a:lvl7pPr>
              <a:defRPr sz="1350" b="0">
                <a:solidFill>
                  <a:srgbClr val="A3A3A3"/>
                </a:solidFill>
              </a:defRPr>
            </a:lvl7pPr>
            <a:lvl8pPr>
              <a:defRPr sz="1350" b="0">
                <a:solidFill>
                  <a:srgbClr val="A3A3A3"/>
                </a:solidFill>
              </a:defRPr>
            </a:lvl8pPr>
            <a:lvl9pPr>
              <a:defRPr sz="1350" b="0">
                <a:solidFill>
                  <a:srgbClr val="A3A3A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A3A3A3"/>
                </a:solidFill>
              </a:rPr>
              <a:t>Actual loss against forecast VaR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32F95-481B-4252-8A7C-859D0D08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81050"/>
            <a:ext cx="495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9525">
            <a:solidFill>
              <a:srgbClr val="404040"/>
            </a:solidFill>
            <a:prstDash val="solid"/>
          </a:ln>
        </p:spPr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BC91F1D9-065E-4741-8C1D-E88EBCCB2C6B}"/>
              </a:ext>
            </a:extLst>
          </p:cNvPr>
          <p:cNvGraphicFramePr/>
          <p:nvPr/>
        </p:nvGraphicFramePr>
        <p:xfrm>
          <a:off xmlns:a="http://schemas.openxmlformats.org/drawingml/2006/main" x="6477000" y="1371600"/>
          <a:ext xmlns:a="http://schemas.openxmlformats.org/drawingml/2006/main" cx="41719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d3cef13f954d3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8034F-11C8-4968-B228-F190CE5D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BEF264"/>
                </a:solidFill>
              </a:defRPr>
            </a:defPPr>
            <a:lvl1pPr>
              <a:defRPr sz="4050" b="1">
                <a:solidFill>
                  <a:srgbClr val="BEF264"/>
                </a:solidFill>
              </a:defRPr>
            </a:lvl1pPr>
            <a:lvl2pPr>
              <a:defRPr sz="4050" b="1">
                <a:solidFill>
                  <a:srgbClr val="BEF264"/>
                </a:solidFill>
              </a:defRPr>
            </a:lvl2pPr>
            <a:lvl3pPr>
              <a:defRPr sz="4050" b="1">
                <a:solidFill>
                  <a:srgbClr val="BEF264"/>
                </a:solidFill>
              </a:defRPr>
            </a:lvl3pPr>
            <a:lvl4pPr>
              <a:defRPr sz="4050" b="1">
                <a:solidFill>
                  <a:srgbClr val="BEF264"/>
                </a:solidFill>
              </a:defRPr>
            </a:lvl4pPr>
            <a:lvl5pPr>
              <a:defRPr sz="4050" b="1">
                <a:solidFill>
                  <a:srgbClr val="BEF264"/>
                </a:solidFill>
              </a:defRPr>
            </a:lvl5pPr>
            <a:lvl6pPr>
              <a:defRPr sz="4050" b="1">
                <a:solidFill>
                  <a:srgbClr val="BEF264"/>
                </a:solidFill>
              </a:defRPr>
            </a:lvl6pPr>
            <a:lvl7pPr>
              <a:defRPr sz="4050" b="1">
                <a:solidFill>
                  <a:srgbClr val="BEF264"/>
                </a:solidFill>
              </a:defRPr>
            </a:lvl7pPr>
            <a:lvl8pPr>
              <a:defRPr sz="4050" b="1">
                <a:solidFill>
                  <a:srgbClr val="BEF264"/>
                </a:solidFill>
              </a:defRPr>
            </a:lvl8pPr>
            <a:lvl9pPr>
              <a:defRPr sz="4050" b="1">
                <a:solidFill>
                  <a:srgbClr val="BEF264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BEF264"/>
                </a:solidFill>
              </a:defRPr>
            </a:pPr>
            <a:r>
              <a:rPr sz="4050" b="1">
                <a:solidFill>
                  <a:srgbClr val="BEF264"/>
                </a:solidFill>
              </a:rPr>
              <a:t>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D5187-D96E-4049-9F79-D04FB3C0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4D4D4"/>
                </a:solidFill>
              </a:defRPr>
            </a:defPPr>
            <a:lvl1pPr>
              <a:defRPr sz="1200" b="0">
                <a:solidFill>
                  <a:srgbClr val="D4D4D4"/>
                </a:solidFill>
              </a:defRPr>
            </a:lvl1pPr>
            <a:lvl2pPr>
              <a:defRPr sz="1200" b="0">
                <a:solidFill>
                  <a:srgbClr val="D4D4D4"/>
                </a:solidFill>
              </a:defRPr>
            </a:lvl2pPr>
            <a:lvl3pPr>
              <a:defRPr sz="1200" b="0">
                <a:solidFill>
                  <a:srgbClr val="D4D4D4"/>
                </a:solidFill>
              </a:defRPr>
            </a:lvl3pPr>
            <a:lvl4pPr>
              <a:defRPr sz="1200" b="0">
                <a:solidFill>
                  <a:srgbClr val="D4D4D4"/>
                </a:solidFill>
              </a:defRPr>
            </a:lvl4pPr>
            <a:lvl5pPr>
              <a:defRPr sz="1200" b="0">
                <a:solidFill>
                  <a:srgbClr val="D4D4D4"/>
                </a:solidFill>
              </a:defRPr>
            </a:lvl5pPr>
            <a:lvl6pPr>
              <a:defRPr sz="1200" b="0">
                <a:solidFill>
                  <a:srgbClr val="D4D4D4"/>
                </a:solidFill>
              </a:defRPr>
            </a:lvl6pPr>
            <a:lvl7pPr>
              <a:defRPr sz="1200" b="0">
                <a:solidFill>
                  <a:srgbClr val="D4D4D4"/>
                </a:solidFill>
              </a:defRPr>
            </a:lvl7pPr>
            <a:lvl8pPr>
              <a:defRPr sz="1200" b="0">
                <a:solidFill>
                  <a:srgbClr val="D4D4D4"/>
                </a:solidFill>
              </a:defRPr>
            </a:lvl8pPr>
            <a:lvl9pPr>
              <a:defRPr sz="1200" b="0">
                <a:solidFill>
                  <a:srgbClr val="D4D4D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4D4D4"/>
                </a:solidFill>
              </a:defRPr>
            </a:pPr>
            <a:r>
              <a:rPr sz="1200" b="0">
                <a:solidFill>
                  <a:srgbClr val="D4D4D4"/>
                </a:solidFill>
              </a:rPr>
              <a:t>Kupiec coverage test</a:t>
            </a:r>
          </a:p>
        </p:txBody>
      </p:sp>
    </p:spTree>
    <p:extLst>
      <p:ext uri="{BB962C8B-B14F-4D97-AF65-F5344CB8AC3E}">
        <p14:creationId xmlns:p14="http://schemas.microsoft.com/office/powerpoint/2010/main" val="17928909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E10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2748F-21A4-45AC-9063-3AE713B9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1065"/>
          </a:solidFill>
          <a:ln xmlns:a="http://schemas.openxmlformats.org/drawingml/2006/main" w="0">
            <a:solidFill>
              <a:srgbClr val="2E106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2914E-F2D5-481F-9FA7-5DE54EE0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1219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1D95"/>
          </a:solidFill>
          <a:ln xmlns:a="http://schemas.openxmlformats.org/drawingml/2006/main" w="0">
            <a:solidFill>
              <a:srgbClr val="4C1D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5ADB4-E45E-4880-9B29-70D658F6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8B4FE"/>
                </a:solidFill>
              </a:defRPr>
            </a:defPPr>
            <a:lvl1pPr>
              <a:defRPr sz="900" b="1">
                <a:solidFill>
                  <a:srgbClr val="D8B4FE"/>
                </a:solidFill>
              </a:defRPr>
            </a:lvl1pPr>
            <a:lvl2pPr>
              <a:defRPr sz="900" b="1">
                <a:solidFill>
                  <a:srgbClr val="D8B4FE"/>
                </a:solidFill>
              </a:defRPr>
            </a:lvl2pPr>
            <a:lvl3pPr>
              <a:defRPr sz="900" b="1">
                <a:solidFill>
                  <a:srgbClr val="D8B4FE"/>
                </a:solidFill>
              </a:defRPr>
            </a:lvl3pPr>
            <a:lvl4pPr>
              <a:defRPr sz="900" b="1">
                <a:solidFill>
                  <a:srgbClr val="D8B4FE"/>
                </a:solidFill>
              </a:defRPr>
            </a:lvl4pPr>
            <a:lvl5pPr>
              <a:defRPr sz="900" b="1">
                <a:solidFill>
                  <a:srgbClr val="D8B4FE"/>
                </a:solidFill>
              </a:defRPr>
            </a:lvl5pPr>
            <a:lvl6pPr>
              <a:defRPr sz="900" b="1">
                <a:solidFill>
                  <a:srgbClr val="D8B4FE"/>
                </a:solidFill>
              </a:defRPr>
            </a:lvl6pPr>
            <a:lvl7pPr>
              <a:defRPr sz="900" b="1">
                <a:solidFill>
                  <a:srgbClr val="D8B4FE"/>
                </a:solidFill>
              </a:defRPr>
            </a:lvl7pPr>
            <a:lvl8pPr>
              <a:defRPr sz="900" b="1">
                <a:solidFill>
                  <a:srgbClr val="D8B4FE"/>
                </a:solidFill>
              </a:defRPr>
            </a:lvl8pPr>
            <a:lvl9pPr>
              <a:defRPr sz="900" b="1">
                <a:solidFill>
                  <a:srgbClr val="D8B4F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8B4FE"/>
                </a:solidFill>
              </a:defRPr>
            </a:pPr>
            <a:r>
              <a:rPr sz="900" b="1">
                <a:solidFill>
                  <a:srgbClr val="D8B4F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A88B2-720F-4A5F-8726-13EEB38C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BD5E1"/>
                </a:solidFill>
              </a:defRPr>
            </a:defPPr>
            <a:lvl1pPr>
              <a:defRPr sz="900" b="1">
                <a:solidFill>
                  <a:srgbClr val="CBD5E1"/>
                </a:solidFill>
              </a:defRPr>
            </a:lvl1pPr>
            <a:lvl2pPr>
              <a:defRPr sz="900" b="1">
                <a:solidFill>
                  <a:srgbClr val="CBD5E1"/>
                </a:solidFill>
              </a:defRPr>
            </a:lvl2pPr>
            <a:lvl3pPr>
              <a:defRPr sz="900" b="1">
                <a:solidFill>
                  <a:srgbClr val="CBD5E1"/>
                </a:solidFill>
              </a:defRPr>
            </a:lvl3pPr>
            <a:lvl4pPr>
              <a:defRPr sz="900" b="1">
                <a:solidFill>
                  <a:srgbClr val="CBD5E1"/>
                </a:solidFill>
              </a:defRPr>
            </a:lvl4pPr>
            <a:lvl5pPr>
              <a:defRPr sz="900" b="1">
                <a:solidFill>
                  <a:srgbClr val="CBD5E1"/>
                </a:solidFill>
              </a:defRPr>
            </a:lvl5pPr>
            <a:lvl6pPr>
              <a:defRPr sz="900" b="1">
                <a:solidFill>
                  <a:srgbClr val="CBD5E1"/>
                </a:solidFill>
              </a:defRPr>
            </a:lvl6pPr>
            <a:lvl7pPr>
              <a:defRPr sz="900" b="1">
                <a:solidFill>
                  <a:srgbClr val="CBD5E1"/>
                </a:solidFill>
              </a:defRPr>
            </a:lvl7pPr>
            <a:lvl8pPr>
              <a:defRPr sz="900" b="1">
                <a:solidFill>
                  <a:srgbClr val="CBD5E1"/>
                </a:solidFill>
              </a:defRPr>
            </a:lvl8pPr>
            <a:lvl9pPr>
              <a:defRPr sz="900" b="1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QUANTITATIVE PURPLE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88D3D-2C65-4749-A416-A6D68A21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19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AF5FF"/>
                </a:solidFill>
              </a:defRPr>
            </a:defPPr>
            <a:lvl1pPr>
              <a:defRPr sz="3300" b="1">
                <a:solidFill>
                  <a:srgbClr val="FAF5FF"/>
                </a:solidFill>
              </a:defRPr>
            </a:lvl1pPr>
            <a:lvl2pPr>
              <a:defRPr sz="3300" b="1">
                <a:solidFill>
                  <a:srgbClr val="FAF5FF"/>
                </a:solidFill>
              </a:defRPr>
            </a:lvl2pPr>
            <a:lvl3pPr>
              <a:defRPr sz="3300" b="1">
                <a:solidFill>
                  <a:srgbClr val="FAF5FF"/>
                </a:solidFill>
              </a:defRPr>
            </a:lvl3pPr>
            <a:lvl4pPr>
              <a:defRPr sz="3300" b="1">
                <a:solidFill>
                  <a:srgbClr val="FAF5FF"/>
                </a:solidFill>
              </a:defRPr>
            </a:lvl4pPr>
            <a:lvl5pPr>
              <a:defRPr sz="3300" b="1">
                <a:solidFill>
                  <a:srgbClr val="FAF5FF"/>
                </a:solidFill>
              </a:defRPr>
            </a:lvl5pPr>
            <a:lvl6pPr>
              <a:defRPr sz="3300" b="1">
                <a:solidFill>
                  <a:srgbClr val="FAF5FF"/>
                </a:solidFill>
              </a:defRPr>
            </a:lvl6pPr>
            <a:lvl7pPr>
              <a:defRPr sz="3300" b="1">
                <a:solidFill>
                  <a:srgbClr val="FAF5FF"/>
                </a:solidFill>
              </a:defRPr>
            </a:lvl7pPr>
            <a:lvl8pPr>
              <a:defRPr sz="3300" b="1">
                <a:solidFill>
                  <a:srgbClr val="FAF5FF"/>
                </a:solidFill>
              </a:defRPr>
            </a:lvl8pPr>
            <a:lvl9pPr>
              <a:defRPr sz="3300" b="1">
                <a:solidFill>
                  <a:srgbClr val="FAF5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AF5FF"/>
                </a:solidFill>
              </a:defRPr>
            </a:pPr>
            <a:r>
              <a:rPr sz="3300" b="1">
                <a:solidFill>
                  <a:srgbClr val="FAF5FF"/>
                </a:solidFill>
              </a:rPr>
              <a:t>Volatility changes the meaning of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E912F-FF39-4F2D-AF1F-3E146C52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E9D5FF"/>
                </a:solidFill>
              </a:defRPr>
            </a:defPPr>
            <a:lvl1pPr>
              <a:defRPr sz="1500" b="0">
                <a:solidFill>
                  <a:srgbClr val="E9D5FF"/>
                </a:solidFill>
              </a:defRPr>
            </a:lvl1pPr>
            <a:lvl2pPr>
              <a:defRPr sz="1500" b="0">
                <a:solidFill>
                  <a:srgbClr val="E9D5FF"/>
                </a:solidFill>
              </a:defRPr>
            </a:lvl2pPr>
            <a:lvl3pPr>
              <a:defRPr sz="1500" b="0">
                <a:solidFill>
                  <a:srgbClr val="E9D5FF"/>
                </a:solidFill>
              </a:defRPr>
            </a:lvl3pPr>
            <a:lvl4pPr>
              <a:defRPr sz="1500" b="0">
                <a:solidFill>
                  <a:srgbClr val="E9D5FF"/>
                </a:solidFill>
              </a:defRPr>
            </a:lvl4pPr>
            <a:lvl5pPr>
              <a:defRPr sz="1500" b="0">
                <a:solidFill>
                  <a:srgbClr val="E9D5FF"/>
                </a:solidFill>
              </a:defRPr>
            </a:lvl5pPr>
            <a:lvl6pPr>
              <a:defRPr sz="1500" b="0">
                <a:solidFill>
                  <a:srgbClr val="E9D5FF"/>
                </a:solidFill>
              </a:defRPr>
            </a:lvl6pPr>
            <a:lvl7pPr>
              <a:defRPr sz="1500" b="0">
                <a:solidFill>
                  <a:srgbClr val="E9D5FF"/>
                </a:solidFill>
              </a:defRPr>
            </a:lvl7pPr>
            <a:lvl8pPr>
              <a:defRPr sz="1500" b="0">
                <a:solidFill>
                  <a:srgbClr val="E9D5FF"/>
                </a:solidFill>
              </a:defRPr>
            </a:lvl8pPr>
            <a:lvl9pPr>
              <a:defRPr sz="1500" b="0">
                <a:solidFill>
                  <a:srgbClr val="E9D5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E9D5FF"/>
                </a:solidFill>
              </a:defRPr>
            </a:pPr>
            <a:r>
              <a:rPr sz="1500" b="0">
                <a:solidFill>
                  <a:srgbClr val="E9D5FF"/>
                </a:solidFill>
              </a:rPr>
              <a:t>EWMA, GARCH and GJR-GARCH rescale past returns to the current market regime.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AD3F91B-A07B-45D7-8CDD-1F53D08E1214}"/>
              </a:ext>
            </a:extLst>
          </p:cNvPr>
          <p:cNvGraphicFramePr/>
          <p:nvPr/>
        </p:nvGraphicFramePr>
        <p:xfrm>
          <a:off xmlns:a="http://schemas.openxmlformats.org/drawingml/2006/main" x="609600" y="3143250"/>
          <a:ext xmlns:a="http://schemas.openxmlformats.org/drawingml/2006/main" cx="10934700" cy="2781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5cbcc9ce854ced"/>
          </a:graphicData>
        </a:graphic>
      </p:graphicFrame>
    </p:spTree>
    <p:extLst>
      <p:ext uri="{BB962C8B-B14F-4D97-AF65-F5344CB8AC3E}">
        <p14:creationId xmlns:p14="http://schemas.microsoft.com/office/powerpoint/2010/main" val="8018428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6E734-3E3B-4B44-B44A-7A47D194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11111"/>
                </a:solidFill>
              </a:defRPr>
            </a:defPPr>
            <a:lvl1pPr>
              <a:defRPr sz="900" b="1">
                <a:solidFill>
                  <a:srgbClr val="111111"/>
                </a:solidFill>
              </a:defRPr>
            </a:lvl1pPr>
            <a:lvl2pPr>
              <a:defRPr sz="900" b="1">
                <a:solidFill>
                  <a:srgbClr val="111111"/>
                </a:solidFill>
              </a:defRPr>
            </a:lvl2pPr>
            <a:lvl3pPr>
              <a:defRPr sz="900" b="1">
                <a:solidFill>
                  <a:srgbClr val="111111"/>
                </a:solidFill>
              </a:defRPr>
            </a:lvl3pPr>
            <a:lvl4pPr>
              <a:defRPr sz="900" b="1">
                <a:solidFill>
                  <a:srgbClr val="111111"/>
                </a:solidFill>
              </a:defRPr>
            </a:lvl4pPr>
            <a:lvl5pPr>
              <a:defRPr sz="900" b="1">
                <a:solidFill>
                  <a:srgbClr val="111111"/>
                </a:solidFill>
              </a:defRPr>
            </a:lvl5pPr>
            <a:lvl6pPr>
              <a:defRPr sz="900" b="1">
                <a:solidFill>
                  <a:srgbClr val="111111"/>
                </a:solidFill>
              </a:defRPr>
            </a:lvl6pPr>
            <a:lvl7pPr>
              <a:defRPr sz="900" b="1">
                <a:solidFill>
                  <a:srgbClr val="111111"/>
                </a:solidFill>
              </a:defRPr>
            </a:lvl7pPr>
            <a:lvl8pPr>
              <a:defRPr sz="900" b="1">
                <a:solidFill>
                  <a:srgbClr val="111111"/>
                </a:solidFill>
              </a:defRPr>
            </a:lvl8pPr>
            <a:lvl9pPr>
              <a:defRPr sz="9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41099-5495-464A-9B44-8531B173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  <a:lvl1pPr>
              <a:defRPr sz="900" b="1">
                <a:solidFill>
                  <a:srgbClr val="475569"/>
                </a:solidFill>
              </a:defRPr>
            </a:lvl1pPr>
            <a:lvl2pPr>
              <a:defRPr sz="900" b="1">
                <a:solidFill>
                  <a:srgbClr val="475569"/>
                </a:solidFill>
              </a:defRPr>
            </a:lvl2pPr>
            <a:lvl3pPr>
              <a:defRPr sz="900" b="1">
                <a:solidFill>
                  <a:srgbClr val="475569"/>
                </a:solidFill>
              </a:defRPr>
            </a:lvl3pPr>
            <a:lvl4pPr>
              <a:defRPr sz="900" b="1">
                <a:solidFill>
                  <a:srgbClr val="475569"/>
                </a:solidFill>
              </a:defRPr>
            </a:lvl4pPr>
            <a:lvl5pPr>
              <a:defRPr sz="900" b="1">
                <a:solidFill>
                  <a:srgbClr val="475569"/>
                </a:solidFill>
              </a:defRPr>
            </a:lvl5pPr>
            <a:lvl6pPr>
              <a:defRPr sz="900" b="1">
                <a:solidFill>
                  <a:srgbClr val="475569"/>
                </a:solidFill>
              </a:defRPr>
            </a:lvl6pPr>
            <a:lvl7pPr>
              <a:defRPr sz="900" b="1">
                <a:solidFill>
                  <a:srgbClr val="475569"/>
                </a:solidFill>
              </a:defRPr>
            </a:lvl7pPr>
            <a:lvl8pPr>
              <a:defRPr sz="900" b="1">
                <a:solidFill>
                  <a:srgbClr val="475569"/>
                </a:solidFill>
              </a:defRPr>
            </a:lvl8pPr>
            <a:lvl9pPr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SWISS MONOCHROME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20C8F-395D-4C2B-BC4A-26AD37FE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111111"/>
                </a:solidFill>
              </a:defRPr>
            </a:defPPr>
            <a:lvl1pPr>
              <a:defRPr sz="4650" b="1">
                <a:solidFill>
                  <a:srgbClr val="111111"/>
                </a:solidFill>
              </a:defRPr>
            </a:lvl1pPr>
            <a:lvl2pPr>
              <a:defRPr sz="4650" b="1">
                <a:solidFill>
                  <a:srgbClr val="111111"/>
                </a:solidFill>
              </a:defRPr>
            </a:lvl2pPr>
            <a:lvl3pPr>
              <a:defRPr sz="4650" b="1">
                <a:solidFill>
                  <a:srgbClr val="111111"/>
                </a:solidFill>
              </a:defRPr>
            </a:lvl3pPr>
            <a:lvl4pPr>
              <a:defRPr sz="4650" b="1">
                <a:solidFill>
                  <a:srgbClr val="111111"/>
                </a:solidFill>
              </a:defRPr>
            </a:lvl4pPr>
            <a:lvl5pPr>
              <a:defRPr sz="4650" b="1">
                <a:solidFill>
                  <a:srgbClr val="111111"/>
                </a:solidFill>
              </a:defRPr>
            </a:lvl5pPr>
            <a:lvl6pPr>
              <a:defRPr sz="4650" b="1">
                <a:solidFill>
                  <a:srgbClr val="111111"/>
                </a:solidFill>
              </a:defRPr>
            </a:lvl6pPr>
            <a:lvl7pPr>
              <a:defRPr sz="4650" b="1">
                <a:solidFill>
                  <a:srgbClr val="111111"/>
                </a:solidFill>
              </a:defRPr>
            </a:lvl7pPr>
            <a:lvl8pPr>
              <a:defRPr sz="4650" b="1">
                <a:solidFill>
                  <a:srgbClr val="111111"/>
                </a:solidFill>
              </a:defRPr>
            </a:lvl8pPr>
            <a:lvl9pPr>
              <a:defRPr sz="46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PORTFOLIO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CF3F4-D527-4430-88BC-386665FC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3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1C215-3329-4BD5-9B41-CE622296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550" b="1">
                <a:solidFill>
                  <a:srgbClr val="111111"/>
                </a:solidFill>
              </a:defRPr>
            </a:defPPr>
            <a:lvl1pPr>
              <a:defRPr sz="5550" b="1">
                <a:solidFill>
                  <a:srgbClr val="111111"/>
                </a:solidFill>
              </a:defRPr>
            </a:lvl1pPr>
            <a:lvl2pPr>
              <a:defRPr sz="5550" b="1">
                <a:solidFill>
                  <a:srgbClr val="111111"/>
                </a:solidFill>
              </a:defRPr>
            </a:lvl2pPr>
            <a:lvl3pPr>
              <a:defRPr sz="5550" b="1">
                <a:solidFill>
                  <a:srgbClr val="111111"/>
                </a:solidFill>
              </a:defRPr>
            </a:lvl3pPr>
            <a:lvl4pPr>
              <a:defRPr sz="5550" b="1">
                <a:solidFill>
                  <a:srgbClr val="111111"/>
                </a:solidFill>
              </a:defRPr>
            </a:lvl4pPr>
            <a:lvl5pPr>
              <a:defRPr sz="5550" b="1">
                <a:solidFill>
                  <a:srgbClr val="111111"/>
                </a:solidFill>
              </a:defRPr>
            </a:lvl5pPr>
            <a:lvl6pPr>
              <a:defRPr sz="5550" b="1">
                <a:solidFill>
                  <a:srgbClr val="111111"/>
                </a:solidFill>
              </a:defRPr>
            </a:lvl6pPr>
            <a:lvl7pPr>
              <a:defRPr sz="5550" b="1">
                <a:solidFill>
                  <a:srgbClr val="111111"/>
                </a:solidFill>
              </a:defRPr>
            </a:lvl7pPr>
            <a:lvl8pPr>
              <a:defRPr sz="5550" b="1">
                <a:solidFill>
                  <a:srgbClr val="111111"/>
                </a:solidFill>
              </a:defRPr>
            </a:lvl8pPr>
            <a:lvl9pPr>
              <a:defRPr sz="5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31.6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5BC71-FE48-4032-9C8B-19E3B71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11111"/>
                </a:solidFill>
              </a:defRPr>
            </a:defPPr>
            <a:lvl1pPr>
              <a:defRPr sz="1050" b="1">
                <a:solidFill>
                  <a:srgbClr val="111111"/>
                </a:solidFill>
              </a:defRPr>
            </a:lvl1pPr>
            <a:lvl2pPr>
              <a:defRPr sz="1050" b="1">
                <a:solidFill>
                  <a:srgbClr val="111111"/>
                </a:solidFill>
              </a:defRPr>
            </a:lvl2pPr>
            <a:lvl3pPr>
              <a:defRPr sz="1050" b="1">
                <a:solidFill>
                  <a:srgbClr val="111111"/>
                </a:solidFill>
              </a:defRPr>
            </a:lvl3pPr>
            <a:lvl4pPr>
              <a:defRPr sz="1050" b="1">
                <a:solidFill>
                  <a:srgbClr val="111111"/>
                </a:solidFill>
              </a:defRPr>
            </a:lvl4pPr>
            <a:lvl5pPr>
              <a:defRPr sz="1050" b="1">
                <a:solidFill>
                  <a:srgbClr val="111111"/>
                </a:solidFill>
              </a:defRPr>
            </a:lvl5pPr>
            <a:lvl6pPr>
              <a:defRPr sz="1050" b="1">
                <a:solidFill>
                  <a:srgbClr val="111111"/>
                </a:solidFill>
              </a:defRPr>
            </a:lvl6pPr>
            <a:lvl7pPr>
              <a:defRPr sz="1050" b="1">
                <a:solidFill>
                  <a:srgbClr val="111111"/>
                </a:solidFill>
              </a:defRPr>
            </a:lvl7pPr>
            <a:lvl8pPr>
              <a:defRPr sz="1050" b="1">
                <a:solidFill>
                  <a:srgbClr val="111111"/>
                </a:solidFill>
              </a:defRPr>
            </a:lvl8pPr>
            <a:lvl9pPr>
              <a:defRPr sz="10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% ANNUAL 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2BF3D-444B-4725-BED5-E5F7B3EA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550" b="1">
                <a:solidFill>
                  <a:srgbClr val="111111"/>
                </a:solidFill>
              </a:defRPr>
            </a:defPPr>
            <a:lvl1pPr>
              <a:defRPr sz="5550" b="1">
                <a:solidFill>
                  <a:srgbClr val="111111"/>
                </a:solidFill>
              </a:defRPr>
            </a:lvl1pPr>
            <a:lvl2pPr>
              <a:defRPr sz="5550" b="1">
                <a:solidFill>
                  <a:srgbClr val="111111"/>
                </a:solidFill>
              </a:defRPr>
            </a:lvl2pPr>
            <a:lvl3pPr>
              <a:defRPr sz="5550" b="1">
                <a:solidFill>
                  <a:srgbClr val="111111"/>
                </a:solidFill>
              </a:defRPr>
            </a:lvl3pPr>
            <a:lvl4pPr>
              <a:defRPr sz="5550" b="1">
                <a:solidFill>
                  <a:srgbClr val="111111"/>
                </a:solidFill>
              </a:defRPr>
            </a:lvl4pPr>
            <a:lvl5pPr>
              <a:defRPr sz="5550" b="1">
                <a:solidFill>
                  <a:srgbClr val="111111"/>
                </a:solidFill>
              </a:defRPr>
            </a:lvl5pPr>
            <a:lvl6pPr>
              <a:defRPr sz="5550" b="1">
                <a:solidFill>
                  <a:srgbClr val="111111"/>
                </a:solidFill>
              </a:defRPr>
            </a:lvl6pPr>
            <a:lvl7pPr>
              <a:defRPr sz="5550" b="1">
                <a:solidFill>
                  <a:srgbClr val="111111"/>
                </a:solidFill>
              </a:defRPr>
            </a:lvl7pPr>
            <a:lvl8pPr>
              <a:defRPr sz="5550" b="1">
                <a:solidFill>
                  <a:srgbClr val="111111"/>
                </a:solidFill>
              </a:defRPr>
            </a:lvl8pPr>
            <a:lvl9pPr>
              <a:defRPr sz="5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21.9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2F431-EBEF-42CE-99D2-77E3B655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29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11111"/>
                </a:solidFill>
              </a:defRPr>
            </a:defPPr>
            <a:lvl1pPr>
              <a:defRPr sz="1050" b="1">
                <a:solidFill>
                  <a:srgbClr val="111111"/>
                </a:solidFill>
              </a:defRPr>
            </a:lvl1pPr>
            <a:lvl2pPr>
              <a:defRPr sz="1050" b="1">
                <a:solidFill>
                  <a:srgbClr val="111111"/>
                </a:solidFill>
              </a:defRPr>
            </a:lvl2pPr>
            <a:lvl3pPr>
              <a:defRPr sz="1050" b="1">
                <a:solidFill>
                  <a:srgbClr val="111111"/>
                </a:solidFill>
              </a:defRPr>
            </a:lvl3pPr>
            <a:lvl4pPr>
              <a:defRPr sz="1050" b="1">
                <a:solidFill>
                  <a:srgbClr val="111111"/>
                </a:solidFill>
              </a:defRPr>
            </a:lvl4pPr>
            <a:lvl5pPr>
              <a:defRPr sz="1050" b="1">
                <a:solidFill>
                  <a:srgbClr val="111111"/>
                </a:solidFill>
              </a:defRPr>
            </a:lvl5pPr>
            <a:lvl6pPr>
              <a:defRPr sz="1050" b="1">
                <a:solidFill>
                  <a:srgbClr val="111111"/>
                </a:solidFill>
              </a:defRPr>
            </a:lvl6pPr>
            <a:lvl7pPr>
              <a:defRPr sz="1050" b="1">
                <a:solidFill>
                  <a:srgbClr val="111111"/>
                </a:solidFill>
              </a:defRPr>
            </a:lvl7pPr>
            <a:lvl8pPr>
              <a:defRPr sz="1050" b="1">
                <a:solidFill>
                  <a:srgbClr val="111111"/>
                </a:solidFill>
              </a:defRPr>
            </a:lvl8pPr>
            <a:lvl9pPr>
              <a:defRPr sz="10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% ANNUAL 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8724C-C612-4BA2-9EE4-986B305C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550" b="1">
                <a:solidFill>
                  <a:srgbClr val="111111"/>
                </a:solidFill>
              </a:defRPr>
            </a:defPPr>
            <a:lvl1pPr>
              <a:defRPr sz="5550" b="1">
                <a:solidFill>
                  <a:srgbClr val="111111"/>
                </a:solidFill>
              </a:defRPr>
            </a:lvl1pPr>
            <a:lvl2pPr>
              <a:defRPr sz="5550" b="1">
                <a:solidFill>
                  <a:srgbClr val="111111"/>
                </a:solidFill>
              </a:defRPr>
            </a:lvl2pPr>
            <a:lvl3pPr>
              <a:defRPr sz="5550" b="1">
                <a:solidFill>
                  <a:srgbClr val="111111"/>
                </a:solidFill>
              </a:defRPr>
            </a:lvl3pPr>
            <a:lvl4pPr>
              <a:defRPr sz="5550" b="1">
                <a:solidFill>
                  <a:srgbClr val="111111"/>
                </a:solidFill>
              </a:defRPr>
            </a:lvl4pPr>
            <a:lvl5pPr>
              <a:defRPr sz="5550" b="1">
                <a:solidFill>
                  <a:srgbClr val="111111"/>
                </a:solidFill>
              </a:defRPr>
            </a:lvl5pPr>
            <a:lvl6pPr>
              <a:defRPr sz="5550" b="1">
                <a:solidFill>
                  <a:srgbClr val="111111"/>
                </a:solidFill>
              </a:defRPr>
            </a:lvl6pPr>
            <a:lvl7pPr>
              <a:defRPr sz="5550" b="1">
                <a:solidFill>
                  <a:srgbClr val="111111"/>
                </a:solidFill>
              </a:defRPr>
            </a:lvl7pPr>
            <a:lvl8pPr>
              <a:defRPr sz="5550" b="1">
                <a:solidFill>
                  <a:srgbClr val="111111"/>
                </a:solidFill>
              </a:defRPr>
            </a:lvl8pPr>
            <a:lvl9pPr>
              <a:defRPr sz="5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1.28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22B59-23A7-4C14-8390-CB86F31D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11111"/>
                </a:solidFill>
              </a:defRPr>
            </a:defPPr>
            <a:lvl1pPr>
              <a:defRPr sz="1050" b="1">
                <a:solidFill>
                  <a:srgbClr val="111111"/>
                </a:solidFill>
              </a:defRPr>
            </a:lvl1pPr>
            <a:lvl2pPr>
              <a:defRPr sz="1050" b="1">
                <a:solidFill>
                  <a:srgbClr val="111111"/>
                </a:solidFill>
              </a:defRPr>
            </a:lvl2pPr>
            <a:lvl3pPr>
              <a:defRPr sz="1050" b="1">
                <a:solidFill>
                  <a:srgbClr val="111111"/>
                </a:solidFill>
              </a:defRPr>
            </a:lvl3pPr>
            <a:lvl4pPr>
              <a:defRPr sz="1050" b="1">
                <a:solidFill>
                  <a:srgbClr val="111111"/>
                </a:solidFill>
              </a:defRPr>
            </a:lvl4pPr>
            <a:lvl5pPr>
              <a:defRPr sz="1050" b="1">
                <a:solidFill>
                  <a:srgbClr val="111111"/>
                </a:solidFill>
              </a:defRPr>
            </a:lvl5pPr>
            <a:lvl6pPr>
              <a:defRPr sz="1050" b="1">
                <a:solidFill>
                  <a:srgbClr val="111111"/>
                </a:solidFill>
              </a:defRPr>
            </a:lvl6pPr>
            <a:lvl7pPr>
              <a:defRPr sz="1050" b="1">
                <a:solidFill>
                  <a:srgbClr val="111111"/>
                </a:solidFill>
              </a:defRPr>
            </a:lvl7pPr>
            <a:lvl8pPr>
              <a:defRPr sz="1050" b="1">
                <a:solidFill>
                  <a:srgbClr val="111111"/>
                </a:solidFill>
              </a:defRPr>
            </a:lvl8pPr>
            <a:lvl9pPr>
              <a:defRPr sz="10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SHARPE RATIO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ECE97-A6AE-4254-BEB7-1E394D41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97C8B-A9DD-4F98-A21E-39E6B4E6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3333"/>
                </a:solidFill>
              </a:defRPr>
            </a:defPPr>
            <a:lvl1pPr>
              <a:defRPr sz="1500" b="0">
                <a:solidFill>
                  <a:srgbClr val="333333"/>
                </a:solidFill>
              </a:defRPr>
            </a:lvl1pPr>
            <a:lvl2pPr>
              <a:defRPr sz="1500" b="0">
                <a:solidFill>
                  <a:srgbClr val="333333"/>
                </a:solidFill>
              </a:defRPr>
            </a:lvl2pPr>
            <a:lvl3pPr>
              <a:defRPr sz="1500" b="0">
                <a:solidFill>
                  <a:srgbClr val="333333"/>
                </a:solidFill>
              </a:defRPr>
            </a:lvl3pPr>
            <a:lvl4pPr>
              <a:defRPr sz="1500" b="0">
                <a:solidFill>
                  <a:srgbClr val="333333"/>
                </a:solidFill>
              </a:defRPr>
            </a:lvl4pPr>
            <a:lvl5pPr>
              <a:defRPr sz="1500" b="0">
                <a:solidFill>
                  <a:srgbClr val="333333"/>
                </a:solidFill>
              </a:defRPr>
            </a:lvl5pPr>
            <a:lvl6pPr>
              <a:defRPr sz="1500" b="0">
                <a:solidFill>
                  <a:srgbClr val="333333"/>
                </a:solidFill>
              </a:defRPr>
            </a:lvl6pPr>
            <a:lvl7pPr>
              <a:defRPr sz="1500" b="0">
                <a:solidFill>
                  <a:srgbClr val="333333"/>
                </a:solidFill>
              </a:defRPr>
            </a:lvl7pPr>
            <a:lvl8pPr>
              <a:defRPr sz="1500" b="0">
                <a:solidFill>
                  <a:srgbClr val="333333"/>
                </a:solidFill>
              </a:defRPr>
            </a:lvl8pPr>
            <a:lvl9pPr>
              <a:defRPr sz="1500" b="0">
                <a:solidFill>
                  <a:srgbClr val="33333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A typographic direction for a concise academic defense.</a:t>
            </a:r>
          </a:p>
        </p:txBody>
      </p:sp>
    </p:spTree>
    <p:extLst>
      <p:ext uri="{BB962C8B-B14F-4D97-AF65-F5344CB8AC3E}">
        <p14:creationId xmlns:p14="http://schemas.microsoft.com/office/powerpoint/2010/main" val="2446068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1FF20-23EC-474C-B14D-73923993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6E0EF-CB32-4E3C-BCA6-1071594F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75985"/>
                </a:solidFill>
              </a:defRPr>
            </a:defPPr>
            <a:lvl1pPr>
              <a:defRPr sz="900" b="1">
                <a:solidFill>
                  <a:srgbClr val="075985"/>
                </a:solidFill>
              </a:defRPr>
            </a:lvl1pPr>
            <a:lvl2pPr>
              <a:defRPr sz="900" b="1">
                <a:solidFill>
                  <a:srgbClr val="075985"/>
                </a:solidFill>
              </a:defRPr>
            </a:lvl2pPr>
            <a:lvl3pPr>
              <a:defRPr sz="900" b="1">
                <a:solidFill>
                  <a:srgbClr val="075985"/>
                </a:solidFill>
              </a:defRPr>
            </a:lvl3pPr>
            <a:lvl4pPr>
              <a:defRPr sz="900" b="1">
                <a:solidFill>
                  <a:srgbClr val="075985"/>
                </a:solidFill>
              </a:defRPr>
            </a:lvl4pPr>
            <a:lvl5pPr>
              <a:defRPr sz="900" b="1">
                <a:solidFill>
                  <a:srgbClr val="075985"/>
                </a:solidFill>
              </a:defRPr>
            </a:lvl5pPr>
            <a:lvl6pPr>
              <a:defRPr sz="900" b="1">
                <a:solidFill>
                  <a:srgbClr val="075985"/>
                </a:solidFill>
              </a:defRPr>
            </a:lvl6pPr>
            <a:lvl7pPr>
              <a:defRPr sz="900" b="1">
                <a:solidFill>
                  <a:srgbClr val="075985"/>
                </a:solidFill>
              </a:defRPr>
            </a:lvl7pPr>
            <a:lvl8pPr>
              <a:defRPr sz="900" b="1">
                <a:solidFill>
                  <a:srgbClr val="075985"/>
                </a:solidFill>
              </a:defRPr>
            </a:lvl8pPr>
            <a:lvl9pPr>
              <a:defRPr sz="900" b="1">
                <a:solidFill>
                  <a:srgbClr val="075985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75985"/>
                </a:solidFill>
              </a:defRPr>
            </a:pPr>
            <a:r>
              <a:rPr sz="900" b="1">
                <a:solidFill>
                  <a:srgbClr val="075985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EAAE5-CC13-495D-ADAF-26748A8F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  <a:lvl1pPr>
              <a:defRPr sz="900" b="1">
                <a:solidFill>
                  <a:srgbClr val="475569"/>
                </a:solidFill>
              </a:defRPr>
            </a:lvl1pPr>
            <a:lvl2pPr>
              <a:defRPr sz="900" b="1">
                <a:solidFill>
                  <a:srgbClr val="475569"/>
                </a:solidFill>
              </a:defRPr>
            </a:lvl2pPr>
            <a:lvl3pPr>
              <a:defRPr sz="900" b="1">
                <a:solidFill>
                  <a:srgbClr val="475569"/>
                </a:solidFill>
              </a:defRPr>
            </a:lvl3pPr>
            <a:lvl4pPr>
              <a:defRPr sz="900" b="1">
                <a:solidFill>
                  <a:srgbClr val="475569"/>
                </a:solidFill>
              </a:defRPr>
            </a:lvl4pPr>
            <a:lvl5pPr>
              <a:defRPr sz="900" b="1">
                <a:solidFill>
                  <a:srgbClr val="475569"/>
                </a:solidFill>
              </a:defRPr>
            </a:lvl5pPr>
            <a:lvl6pPr>
              <a:defRPr sz="900" b="1">
                <a:solidFill>
                  <a:srgbClr val="475569"/>
                </a:solidFill>
              </a:defRPr>
            </a:lvl6pPr>
            <a:lvl7pPr>
              <a:defRPr sz="900" b="1">
                <a:solidFill>
                  <a:srgbClr val="475569"/>
                </a:solidFill>
              </a:defRPr>
            </a:lvl7pPr>
            <a:lvl8pPr>
              <a:defRPr sz="900" b="1">
                <a:solidFill>
                  <a:srgbClr val="475569"/>
                </a:solidFill>
              </a:defRPr>
            </a:lvl8pPr>
            <a:lvl9pPr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EXECUTIVE SKY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31FA7-8953-4044-9882-8C949C8F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C4A6E"/>
                </a:solidFill>
              </a:defRPr>
            </a:defPPr>
            <a:lvl1pPr>
              <a:defRPr sz="3000" b="1">
                <a:solidFill>
                  <a:srgbClr val="0C4A6E"/>
                </a:solidFill>
              </a:defRPr>
            </a:lvl1pPr>
            <a:lvl2pPr>
              <a:defRPr sz="3000" b="1">
                <a:solidFill>
                  <a:srgbClr val="0C4A6E"/>
                </a:solidFill>
              </a:defRPr>
            </a:lvl2pPr>
            <a:lvl3pPr>
              <a:defRPr sz="3000" b="1">
                <a:solidFill>
                  <a:srgbClr val="0C4A6E"/>
                </a:solidFill>
              </a:defRPr>
            </a:lvl3pPr>
            <a:lvl4pPr>
              <a:defRPr sz="3000" b="1">
                <a:solidFill>
                  <a:srgbClr val="0C4A6E"/>
                </a:solidFill>
              </a:defRPr>
            </a:lvl4pPr>
            <a:lvl5pPr>
              <a:defRPr sz="3000" b="1">
                <a:solidFill>
                  <a:srgbClr val="0C4A6E"/>
                </a:solidFill>
              </a:defRPr>
            </a:lvl5pPr>
            <a:lvl6pPr>
              <a:defRPr sz="3000" b="1">
                <a:solidFill>
                  <a:srgbClr val="0C4A6E"/>
                </a:solidFill>
              </a:defRPr>
            </a:lvl6pPr>
            <a:lvl7pPr>
              <a:defRPr sz="3000" b="1">
                <a:solidFill>
                  <a:srgbClr val="0C4A6E"/>
                </a:solidFill>
              </a:defRPr>
            </a:lvl7pPr>
            <a:lvl8pPr>
              <a:defRPr sz="3000" b="1">
                <a:solidFill>
                  <a:srgbClr val="0C4A6E"/>
                </a:solidFill>
              </a:defRPr>
            </a:lvl8pPr>
            <a:lvl9pPr>
              <a:defRPr sz="3000" b="1">
                <a:solidFill>
                  <a:srgbClr val="0C4A6E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C4A6E"/>
                </a:solidFill>
              </a:defRPr>
            </a:pPr>
            <a:r>
              <a:rPr sz="3000" b="1">
                <a:solidFill>
                  <a:srgbClr val="0C4A6E"/>
                </a:solidFill>
              </a:rPr>
              <a:t>Risk conclusions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3D8B6-4D18-4505-B84B-609376AC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3F6F8A"/>
                </a:solidFill>
              </a:defRPr>
            </a:defPPr>
            <a:lvl1pPr>
              <a:defRPr sz="1275" b="0">
                <a:solidFill>
                  <a:srgbClr val="3F6F8A"/>
                </a:solidFill>
              </a:defRPr>
            </a:lvl1pPr>
            <a:lvl2pPr>
              <a:defRPr sz="1275" b="0">
                <a:solidFill>
                  <a:srgbClr val="3F6F8A"/>
                </a:solidFill>
              </a:defRPr>
            </a:lvl2pPr>
            <a:lvl3pPr>
              <a:defRPr sz="1275" b="0">
                <a:solidFill>
                  <a:srgbClr val="3F6F8A"/>
                </a:solidFill>
              </a:defRPr>
            </a:lvl3pPr>
            <a:lvl4pPr>
              <a:defRPr sz="1275" b="0">
                <a:solidFill>
                  <a:srgbClr val="3F6F8A"/>
                </a:solidFill>
              </a:defRPr>
            </a:lvl4pPr>
            <a:lvl5pPr>
              <a:defRPr sz="1275" b="0">
                <a:solidFill>
                  <a:srgbClr val="3F6F8A"/>
                </a:solidFill>
              </a:defRPr>
            </a:lvl5pPr>
            <a:lvl6pPr>
              <a:defRPr sz="1275" b="0">
                <a:solidFill>
                  <a:srgbClr val="3F6F8A"/>
                </a:solidFill>
              </a:defRPr>
            </a:lvl6pPr>
            <a:lvl7pPr>
              <a:defRPr sz="1275" b="0">
                <a:solidFill>
                  <a:srgbClr val="3F6F8A"/>
                </a:solidFill>
              </a:defRPr>
            </a:lvl7pPr>
            <a:lvl8pPr>
              <a:defRPr sz="1275" b="0">
                <a:solidFill>
                  <a:srgbClr val="3F6F8A"/>
                </a:solidFill>
              </a:defRPr>
            </a:lvl8pPr>
            <a:lvl9pPr>
              <a:defRPr sz="1275" b="0">
                <a:solidFill>
                  <a:srgbClr val="3F6F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3F6F8A"/>
                </a:solidFill>
              </a:defRPr>
            </a:pPr>
            <a:r>
              <a:rPr sz="1275" b="0">
                <a:solidFill>
                  <a:srgbClr val="3F6F8A"/>
                </a:solidFill>
              </a:rPr>
              <a:t>What the analysis supports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56387-0F43-4B38-BA63-BB1EDB00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24BAF-1168-44A4-A3C4-7EAC5B1D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27083"/>
                </a:solidFill>
              </a:defRPr>
            </a:defPPr>
            <a:lvl1pPr>
              <a:defRPr sz="1125" b="1">
                <a:solidFill>
                  <a:srgbClr val="527083"/>
                </a:solidFill>
              </a:defRPr>
            </a:lvl1pPr>
            <a:lvl2pPr>
              <a:defRPr sz="1125" b="1">
                <a:solidFill>
                  <a:srgbClr val="527083"/>
                </a:solidFill>
              </a:defRPr>
            </a:lvl2pPr>
            <a:lvl3pPr>
              <a:defRPr sz="1125" b="1">
                <a:solidFill>
                  <a:srgbClr val="527083"/>
                </a:solidFill>
              </a:defRPr>
            </a:lvl3pPr>
            <a:lvl4pPr>
              <a:defRPr sz="1125" b="1">
                <a:solidFill>
                  <a:srgbClr val="527083"/>
                </a:solidFill>
              </a:defRPr>
            </a:lvl4pPr>
            <a:lvl5pPr>
              <a:defRPr sz="1125" b="1">
                <a:solidFill>
                  <a:srgbClr val="527083"/>
                </a:solidFill>
              </a:defRPr>
            </a:lvl5pPr>
            <a:lvl6pPr>
              <a:defRPr sz="1125" b="1">
                <a:solidFill>
                  <a:srgbClr val="527083"/>
                </a:solidFill>
              </a:defRPr>
            </a:lvl6pPr>
            <a:lvl7pPr>
              <a:defRPr sz="1125" b="1">
                <a:solidFill>
                  <a:srgbClr val="527083"/>
                </a:solidFill>
              </a:defRPr>
            </a:lvl7pPr>
            <a:lvl8pPr>
              <a:defRPr sz="1125" b="1">
                <a:solidFill>
                  <a:srgbClr val="527083"/>
                </a:solidFill>
              </a:defRPr>
            </a:lvl8pPr>
            <a:lvl9pPr>
              <a:defRPr sz="1125" b="1">
                <a:solidFill>
                  <a:srgbClr val="52708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27083"/>
                </a:solidFill>
              </a:defRPr>
            </a:pPr>
            <a:r>
              <a:rPr sz="1125" b="1">
                <a:solidFill>
                  <a:srgbClr val="527083"/>
                </a:solidFill>
              </a:rPr>
              <a:t>Current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7B8CC-2201-440F-A508-36F02B92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84D"/>
                </a:solidFill>
              </a:defRPr>
            </a:defPPr>
            <a:lvl1pPr>
              <a:defRPr sz="1500" b="0">
                <a:solidFill>
                  <a:srgbClr val="16384D"/>
                </a:solidFill>
              </a:defRPr>
            </a:lvl1pPr>
            <a:lvl2pPr>
              <a:defRPr sz="1500" b="0">
                <a:solidFill>
                  <a:srgbClr val="16384D"/>
                </a:solidFill>
              </a:defRPr>
            </a:lvl2pPr>
            <a:lvl3pPr>
              <a:defRPr sz="1500" b="0">
                <a:solidFill>
                  <a:srgbClr val="16384D"/>
                </a:solidFill>
              </a:defRPr>
            </a:lvl3pPr>
            <a:lvl4pPr>
              <a:defRPr sz="1500" b="0">
                <a:solidFill>
                  <a:srgbClr val="16384D"/>
                </a:solidFill>
              </a:defRPr>
            </a:lvl4pPr>
            <a:lvl5pPr>
              <a:defRPr sz="1500" b="0">
                <a:solidFill>
                  <a:srgbClr val="16384D"/>
                </a:solidFill>
              </a:defRPr>
            </a:lvl5pPr>
            <a:lvl6pPr>
              <a:defRPr sz="1500" b="0">
                <a:solidFill>
                  <a:srgbClr val="16384D"/>
                </a:solidFill>
              </a:defRPr>
            </a:lvl6pPr>
            <a:lvl7pPr>
              <a:defRPr sz="1500" b="0">
                <a:solidFill>
                  <a:srgbClr val="16384D"/>
                </a:solidFill>
              </a:defRPr>
            </a:lvl7pPr>
            <a:lvl8pPr>
              <a:defRPr sz="1500" b="0">
                <a:solidFill>
                  <a:srgbClr val="16384D"/>
                </a:solidFill>
              </a:defRPr>
            </a:lvl8pPr>
            <a:lvl9pPr>
              <a:defRPr sz="1500" b="0">
                <a:solidFill>
                  <a:srgbClr val="1638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84D"/>
                </a:solidFill>
              </a:defRPr>
            </a:pPr>
            <a:r>
              <a:rPr sz="1500" b="0">
                <a:solidFill>
                  <a:srgbClr val="16384D"/>
                </a:solidFill>
              </a:rPr>
              <a:t>GJR-HS 1-day VaR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D95DA-7E96-4B39-8C62-4A2383BB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860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100" b="1">
                <a:solidFill>
                  <a:srgbClr val="0369A1"/>
                </a:solidFill>
              </a:defRPr>
            </a:defPPr>
            <a:lvl1pPr algn="r">
              <a:defRPr sz="2100" b="1">
                <a:solidFill>
                  <a:srgbClr val="0369A1"/>
                </a:solidFill>
              </a:defRPr>
            </a:lvl1pPr>
            <a:lvl2pPr algn="r">
              <a:defRPr sz="2100" b="1">
                <a:solidFill>
                  <a:srgbClr val="0369A1"/>
                </a:solidFill>
              </a:defRPr>
            </a:lvl2pPr>
            <a:lvl3pPr algn="r">
              <a:defRPr sz="2100" b="1">
                <a:solidFill>
                  <a:srgbClr val="0369A1"/>
                </a:solidFill>
              </a:defRPr>
            </a:lvl3pPr>
            <a:lvl4pPr algn="r">
              <a:defRPr sz="2100" b="1">
                <a:solidFill>
                  <a:srgbClr val="0369A1"/>
                </a:solidFill>
              </a:defRPr>
            </a:lvl4pPr>
            <a:lvl5pPr algn="r">
              <a:defRPr sz="2100" b="1">
                <a:solidFill>
                  <a:srgbClr val="0369A1"/>
                </a:solidFill>
              </a:defRPr>
            </a:lvl5pPr>
            <a:lvl6pPr algn="r">
              <a:defRPr sz="2100" b="1">
                <a:solidFill>
                  <a:srgbClr val="0369A1"/>
                </a:solidFill>
              </a:defRPr>
            </a:lvl6pPr>
            <a:lvl7pPr algn="r">
              <a:defRPr sz="2100" b="1">
                <a:solidFill>
                  <a:srgbClr val="0369A1"/>
                </a:solidFill>
              </a:defRPr>
            </a:lvl7pPr>
            <a:lvl8pPr algn="r">
              <a:defRPr sz="2100" b="1">
                <a:solidFill>
                  <a:srgbClr val="0369A1"/>
                </a:solidFill>
              </a:defRPr>
            </a:lvl8pPr>
            <a:lvl9pPr algn="r">
              <a:defRPr sz="2100" b="1">
                <a:solidFill>
                  <a:srgbClr val="0369A1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0369A1"/>
                </a:solidFill>
              </a:defRPr>
            </a:pPr>
            <a:r>
              <a:rPr sz="2100" b="1">
                <a:solidFill>
                  <a:srgbClr val="0369A1"/>
                </a:solidFill>
              </a:rPr>
              <a:t>2.82%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872C9-47DD-4E1C-8E93-E902AED4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1B100-DE46-439A-993E-8D6D0D91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27083"/>
                </a:solidFill>
              </a:defRPr>
            </a:defPPr>
            <a:lvl1pPr>
              <a:defRPr sz="1125" b="1">
                <a:solidFill>
                  <a:srgbClr val="527083"/>
                </a:solidFill>
              </a:defRPr>
            </a:lvl1pPr>
            <a:lvl2pPr>
              <a:defRPr sz="1125" b="1">
                <a:solidFill>
                  <a:srgbClr val="527083"/>
                </a:solidFill>
              </a:defRPr>
            </a:lvl2pPr>
            <a:lvl3pPr>
              <a:defRPr sz="1125" b="1">
                <a:solidFill>
                  <a:srgbClr val="527083"/>
                </a:solidFill>
              </a:defRPr>
            </a:lvl3pPr>
            <a:lvl4pPr>
              <a:defRPr sz="1125" b="1">
                <a:solidFill>
                  <a:srgbClr val="527083"/>
                </a:solidFill>
              </a:defRPr>
            </a:lvl4pPr>
            <a:lvl5pPr>
              <a:defRPr sz="1125" b="1">
                <a:solidFill>
                  <a:srgbClr val="527083"/>
                </a:solidFill>
              </a:defRPr>
            </a:lvl5pPr>
            <a:lvl6pPr>
              <a:defRPr sz="1125" b="1">
                <a:solidFill>
                  <a:srgbClr val="527083"/>
                </a:solidFill>
              </a:defRPr>
            </a:lvl6pPr>
            <a:lvl7pPr>
              <a:defRPr sz="1125" b="1">
                <a:solidFill>
                  <a:srgbClr val="527083"/>
                </a:solidFill>
              </a:defRPr>
            </a:lvl7pPr>
            <a:lvl8pPr>
              <a:defRPr sz="1125" b="1">
                <a:solidFill>
                  <a:srgbClr val="527083"/>
                </a:solidFill>
              </a:defRPr>
            </a:lvl8pPr>
            <a:lvl9pPr>
              <a:defRPr sz="1125" b="1">
                <a:solidFill>
                  <a:srgbClr val="52708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27083"/>
                </a:solidFill>
              </a:defRPr>
            </a:pPr>
            <a:r>
              <a:rPr sz="1125" b="1">
                <a:solidFill>
                  <a:srgbClr val="527083"/>
                </a:solidFill>
              </a:rPr>
              <a:t>Tail severity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E689F-D87B-4BB8-8205-3C7AE326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84D"/>
                </a:solidFill>
              </a:defRPr>
            </a:defPPr>
            <a:lvl1pPr>
              <a:defRPr sz="1500" b="0">
                <a:solidFill>
                  <a:srgbClr val="16384D"/>
                </a:solidFill>
              </a:defRPr>
            </a:lvl1pPr>
            <a:lvl2pPr>
              <a:defRPr sz="1500" b="0">
                <a:solidFill>
                  <a:srgbClr val="16384D"/>
                </a:solidFill>
              </a:defRPr>
            </a:lvl2pPr>
            <a:lvl3pPr>
              <a:defRPr sz="1500" b="0">
                <a:solidFill>
                  <a:srgbClr val="16384D"/>
                </a:solidFill>
              </a:defRPr>
            </a:lvl3pPr>
            <a:lvl4pPr>
              <a:defRPr sz="1500" b="0">
                <a:solidFill>
                  <a:srgbClr val="16384D"/>
                </a:solidFill>
              </a:defRPr>
            </a:lvl4pPr>
            <a:lvl5pPr>
              <a:defRPr sz="1500" b="0">
                <a:solidFill>
                  <a:srgbClr val="16384D"/>
                </a:solidFill>
              </a:defRPr>
            </a:lvl5pPr>
            <a:lvl6pPr>
              <a:defRPr sz="1500" b="0">
                <a:solidFill>
                  <a:srgbClr val="16384D"/>
                </a:solidFill>
              </a:defRPr>
            </a:lvl6pPr>
            <a:lvl7pPr>
              <a:defRPr sz="1500" b="0">
                <a:solidFill>
                  <a:srgbClr val="16384D"/>
                </a:solidFill>
              </a:defRPr>
            </a:lvl7pPr>
            <a:lvl8pPr>
              <a:defRPr sz="1500" b="0">
                <a:solidFill>
                  <a:srgbClr val="16384D"/>
                </a:solidFill>
              </a:defRPr>
            </a:lvl8pPr>
            <a:lvl9pPr>
              <a:defRPr sz="1500" b="0">
                <a:solidFill>
                  <a:srgbClr val="1638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84D"/>
                </a:solidFill>
              </a:defRPr>
            </a:pPr>
            <a:r>
              <a:rPr sz="1500" b="0">
                <a:solidFill>
                  <a:srgbClr val="16384D"/>
                </a:solidFill>
              </a:rPr>
              <a:t>GJR-HS Expected Shortfall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6931C-6BA4-4B19-A218-47B2D073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24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100" b="1">
                <a:solidFill>
                  <a:srgbClr val="0369A1"/>
                </a:solidFill>
              </a:defRPr>
            </a:defPPr>
            <a:lvl1pPr algn="r">
              <a:defRPr sz="2100" b="1">
                <a:solidFill>
                  <a:srgbClr val="0369A1"/>
                </a:solidFill>
              </a:defRPr>
            </a:lvl1pPr>
            <a:lvl2pPr algn="r">
              <a:defRPr sz="2100" b="1">
                <a:solidFill>
                  <a:srgbClr val="0369A1"/>
                </a:solidFill>
              </a:defRPr>
            </a:lvl2pPr>
            <a:lvl3pPr algn="r">
              <a:defRPr sz="2100" b="1">
                <a:solidFill>
                  <a:srgbClr val="0369A1"/>
                </a:solidFill>
              </a:defRPr>
            </a:lvl3pPr>
            <a:lvl4pPr algn="r">
              <a:defRPr sz="2100" b="1">
                <a:solidFill>
                  <a:srgbClr val="0369A1"/>
                </a:solidFill>
              </a:defRPr>
            </a:lvl4pPr>
            <a:lvl5pPr algn="r">
              <a:defRPr sz="2100" b="1">
                <a:solidFill>
                  <a:srgbClr val="0369A1"/>
                </a:solidFill>
              </a:defRPr>
            </a:lvl5pPr>
            <a:lvl6pPr algn="r">
              <a:defRPr sz="2100" b="1">
                <a:solidFill>
                  <a:srgbClr val="0369A1"/>
                </a:solidFill>
              </a:defRPr>
            </a:lvl6pPr>
            <a:lvl7pPr algn="r">
              <a:defRPr sz="2100" b="1">
                <a:solidFill>
                  <a:srgbClr val="0369A1"/>
                </a:solidFill>
              </a:defRPr>
            </a:lvl7pPr>
            <a:lvl8pPr algn="r">
              <a:defRPr sz="2100" b="1">
                <a:solidFill>
                  <a:srgbClr val="0369A1"/>
                </a:solidFill>
              </a:defRPr>
            </a:lvl8pPr>
            <a:lvl9pPr algn="r">
              <a:defRPr sz="2100" b="1">
                <a:solidFill>
                  <a:srgbClr val="0369A1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0369A1"/>
                </a:solidFill>
              </a:defRPr>
            </a:pPr>
            <a:r>
              <a:rPr sz="2100" b="1">
                <a:solidFill>
                  <a:srgbClr val="0369A1"/>
                </a:solidFill>
              </a:rPr>
              <a:t>3.22%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14069-ABA2-4899-B91C-1CC619B7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42143-AFEA-4158-897B-DF3F8DB0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27083"/>
                </a:solidFill>
              </a:defRPr>
            </a:defPPr>
            <a:lvl1pPr>
              <a:defRPr sz="1125" b="1">
                <a:solidFill>
                  <a:srgbClr val="527083"/>
                </a:solidFill>
              </a:defRPr>
            </a:lvl1pPr>
            <a:lvl2pPr>
              <a:defRPr sz="1125" b="1">
                <a:solidFill>
                  <a:srgbClr val="527083"/>
                </a:solidFill>
              </a:defRPr>
            </a:lvl2pPr>
            <a:lvl3pPr>
              <a:defRPr sz="1125" b="1">
                <a:solidFill>
                  <a:srgbClr val="527083"/>
                </a:solidFill>
              </a:defRPr>
            </a:lvl3pPr>
            <a:lvl4pPr>
              <a:defRPr sz="1125" b="1">
                <a:solidFill>
                  <a:srgbClr val="527083"/>
                </a:solidFill>
              </a:defRPr>
            </a:lvl4pPr>
            <a:lvl5pPr>
              <a:defRPr sz="1125" b="1">
                <a:solidFill>
                  <a:srgbClr val="527083"/>
                </a:solidFill>
              </a:defRPr>
            </a:lvl5pPr>
            <a:lvl6pPr>
              <a:defRPr sz="1125" b="1">
                <a:solidFill>
                  <a:srgbClr val="527083"/>
                </a:solidFill>
              </a:defRPr>
            </a:lvl6pPr>
            <a:lvl7pPr>
              <a:defRPr sz="1125" b="1">
                <a:solidFill>
                  <a:srgbClr val="527083"/>
                </a:solidFill>
              </a:defRPr>
            </a:lvl7pPr>
            <a:lvl8pPr>
              <a:defRPr sz="1125" b="1">
                <a:solidFill>
                  <a:srgbClr val="527083"/>
                </a:solidFill>
              </a:defRPr>
            </a:lvl8pPr>
            <a:lvl9pPr>
              <a:defRPr sz="1125" b="1">
                <a:solidFill>
                  <a:srgbClr val="52708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27083"/>
                </a:solidFill>
              </a:defRPr>
            </a:pPr>
            <a:r>
              <a:rPr sz="1125" b="1">
                <a:solidFill>
                  <a:srgbClr val="527083"/>
                </a:solidFill>
              </a:rPr>
              <a:t>Historical stress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539FE-AA53-4FDB-B757-84EE774E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84D"/>
                </a:solidFill>
              </a:defRPr>
            </a:defPPr>
            <a:lvl1pPr>
              <a:defRPr sz="1500" b="0">
                <a:solidFill>
                  <a:srgbClr val="16384D"/>
                </a:solidFill>
              </a:defRPr>
            </a:lvl1pPr>
            <a:lvl2pPr>
              <a:defRPr sz="1500" b="0">
                <a:solidFill>
                  <a:srgbClr val="16384D"/>
                </a:solidFill>
              </a:defRPr>
            </a:lvl2pPr>
            <a:lvl3pPr>
              <a:defRPr sz="1500" b="0">
                <a:solidFill>
                  <a:srgbClr val="16384D"/>
                </a:solidFill>
              </a:defRPr>
            </a:lvl3pPr>
            <a:lvl4pPr>
              <a:defRPr sz="1500" b="0">
                <a:solidFill>
                  <a:srgbClr val="16384D"/>
                </a:solidFill>
              </a:defRPr>
            </a:lvl4pPr>
            <a:lvl5pPr>
              <a:defRPr sz="1500" b="0">
                <a:solidFill>
                  <a:srgbClr val="16384D"/>
                </a:solidFill>
              </a:defRPr>
            </a:lvl5pPr>
            <a:lvl6pPr>
              <a:defRPr sz="1500" b="0">
                <a:solidFill>
                  <a:srgbClr val="16384D"/>
                </a:solidFill>
              </a:defRPr>
            </a:lvl6pPr>
            <a:lvl7pPr>
              <a:defRPr sz="1500" b="0">
                <a:solidFill>
                  <a:srgbClr val="16384D"/>
                </a:solidFill>
              </a:defRPr>
            </a:lvl7pPr>
            <a:lvl8pPr>
              <a:defRPr sz="1500" b="0">
                <a:solidFill>
                  <a:srgbClr val="16384D"/>
                </a:solidFill>
              </a:defRPr>
            </a:lvl8pPr>
            <a:lvl9pPr>
              <a:defRPr sz="1500" b="0">
                <a:solidFill>
                  <a:srgbClr val="1638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84D"/>
                </a:solidFill>
              </a:defRPr>
            </a:pPr>
            <a:r>
              <a:rPr sz="1500" b="0">
                <a:solidFill>
                  <a:srgbClr val="16384D"/>
                </a:solidFill>
              </a:rPr>
              <a:t>2008 crisis replay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59586-D81C-4EC8-B1F7-4633B347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100" b="1">
                <a:solidFill>
                  <a:srgbClr val="0369A1"/>
                </a:solidFill>
              </a:defRPr>
            </a:defPPr>
            <a:lvl1pPr algn="r">
              <a:defRPr sz="2100" b="1">
                <a:solidFill>
                  <a:srgbClr val="0369A1"/>
                </a:solidFill>
              </a:defRPr>
            </a:lvl1pPr>
            <a:lvl2pPr algn="r">
              <a:defRPr sz="2100" b="1">
                <a:solidFill>
                  <a:srgbClr val="0369A1"/>
                </a:solidFill>
              </a:defRPr>
            </a:lvl2pPr>
            <a:lvl3pPr algn="r">
              <a:defRPr sz="2100" b="1">
                <a:solidFill>
                  <a:srgbClr val="0369A1"/>
                </a:solidFill>
              </a:defRPr>
            </a:lvl3pPr>
            <a:lvl4pPr algn="r">
              <a:defRPr sz="2100" b="1">
                <a:solidFill>
                  <a:srgbClr val="0369A1"/>
                </a:solidFill>
              </a:defRPr>
            </a:lvl4pPr>
            <a:lvl5pPr algn="r">
              <a:defRPr sz="2100" b="1">
                <a:solidFill>
                  <a:srgbClr val="0369A1"/>
                </a:solidFill>
              </a:defRPr>
            </a:lvl5pPr>
            <a:lvl6pPr algn="r">
              <a:defRPr sz="2100" b="1">
                <a:solidFill>
                  <a:srgbClr val="0369A1"/>
                </a:solidFill>
              </a:defRPr>
            </a:lvl6pPr>
            <a:lvl7pPr algn="r">
              <a:defRPr sz="2100" b="1">
                <a:solidFill>
                  <a:srgbClr val="0369A1"/>
                </a:solidFill>
              </a:defRPr>
            </a:lvl7pPr>
            <a:lvl8pPr algn="r">
              <a:defRPr sz="2100" b="1">
                <a:solidFill>
                  <a:srgbClr val="0369A1"/>
                </a:solidFill>
              </a:defRPr>
            </a:lvl8pPr>
            <a:lvl9pPr algn="r">
              <a:defRPr sz="2100" b="1">
                <a:solidFill>
                  <a:srgbClr val="0369A1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0369A1"/>
                </a:solidFill>
              </a:defRPr>
            </a:pPr>
            <a:r>
              <a:rPr sz="2100" b="1">
                <a:solidFill>
                  <a:srgbClr val="0369A1"/>
                </a:solidFill>
              </a:rPr>
              <a:t>43.98%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23AEC-5E82-48AE-8583-597545D0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0C9C0-E248-4906-8C6B-9C08B0BB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27083"/>
                </a:solidFill>
              </a:defRPr>
            </a:defPPr>
            <a:lvl1pPr>
              <a:defRPr sz="1125" b="1">
                <a:solidFill>
                  <a:srgbClr val="527083"/>
                </a:solidFill>
              </a:defRPr>
            </a:lvl1pPr>
            <a:lvl2pPr>
              <a:defRPr sz="1125" b="1">
                <a:solidFill>
                  <a:srgbClr val="527083"/>
                </a:solidFill>
              </a:defRPr>
            </a:lvl2pPr>
            <a:lvl3pPr>
              <a:defRPr sz="1125" b="1">
                <a:solidFill>
                  <a:srgbClr val="527083"/>
                </a:solidFill>
              </a:defRPr>
            </a:lvl3pPr>
            <a:lvl4pPr>
              <a:defRPr sz="1125" b="1">
                <a:solidFill>
                  <a:srgbClr val="527083"/>
                </a:solidFill>
              </a:defRPr>
            </a:lvl4pPr>
            <a:lvl5pPr>
              <a:defRPr sz="1125" b="1">
                <a:solidFill>
                  <a:srgbClr val="527083"/>
                </a:solidFill>
              </a:defRPr>
            </a:lvl5pPr>
            <a:lvl6pPr>
              <a:defRPr sz="1125" b="1">
                <a:solidFill>
                  <a:srgbClr val="527083"/>
                </a:solidFill>
              </a:defRPr>
            </a:lvl6pPr>
            <a:lvl7pPr>
              <a:defRPr sz="1125" b="1">
                <a:solidFill>
                  <a:srgbClr val="527083"/>
                </a:solidFill>
              </a:defRPr>
            </a:lvl7pPr>
            <a:lvl8pPr>
              <a:defRPr sz="1125" b="1">
                <a:solidFill>
                  <a:srgbClr val="527083"/>
                </a:solidFill>
              </a:defRPr>
            </a:lvl8pPr>
            <a:lvl9pPr>
              <a:defRPr sz="1125" b="1">
                <a:solidFill>
                  <a:srgbClr val="52708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27083"/>
                </a:solidFill>
              </a:defRPr>
            </a:pPr>
            <a:r>
              <a:rPr sz="1125" b="1">
                <a:solidFill>
                  <a:srgbClr val="527083"/>
                </a:solidFill>
              </a:rPr>
              <a:t>Portfolio quality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01F20-C9DC-4B52-AEF6-889582E5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38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84D"/>
                </a:solidFill>
              </a:defRPr>
            </a:defPPr>
            <a:lvl1pPr>
              <a:defRPr sz="1500" b="0">
                <a:solidFill>
                  <a:srgbClr val="16384D"/>
                </a:solidFill>
              </a:defRPr>
            </a:lvl1pPr>
            <a:lvl2pPr>
              <a:defRPr sz="1500" b="0">
                <a:solidFill>
                  <a:srgbClr val="16384D"/>
                </a:solidFill>
              </a:defRPr>
            </a:lvl2pPr>
            <a:lvl3pPr>
              <a:defRPr sz="1500" b="0">
                <a:solidFill>
                  <a:srgbClr val="16384D"/>
                </a:solidFill>
              </a:defRPr>
            </a:lvl3pPr>
            <a:lvl4pPr>
              <a:defRPr sz="1500" b="0">
                <a:solidFill>
                  <a:srgbClr val="16384D"/>
                </a:solidFill>
              </a:defRPr>
            </a:lvl4pPr>
            <a:lvl5pPr>
              <a:defRPr sz="1500" b="0">
                <a:solidFill>
                  <a:srgbClr val="16384D"/>
                </a:solidFill>
              </a:defRPr>
            </a:lvl5pPr>
            <a:lvl6pPr>
              <a:defRPr sz="1500" b="0">
                <a:solidFill>
                  <a:srgbClr val="16384D"/>
                </a:solidFill>
              </a:defRPr>
            </a:lvl6pPr>
            <a:lvl7pPr>
              <a:defRPr sz="1500" b="0">
                <a:solidFill>
                  <a:srgbClr val="16384D"/>
                </a:solidFill>
              </a:defRPr>
            </a:lvl7pPr>
            <a:lvl8pPr>
              <a:defRPr sz="1500" b="0">
                <a:solidFill>
                  <a:srgbClr val="16384D"/>
                </a:solidFill>
              </a:defRPr>
            </a:lvl8pPr>
            <a:lvl9pPr>
              <a:defRPr sz="1500" b="0">
                <a:solidFill>
                  <a:srgbClr val="1638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84D"/>
                </a:solidFill>
              </a:defRPr>
            </a:pPr>
            <a:r>
              <a:rPr sz="1500" b="0">
                <a:solidFill>
                  <a:srgbClr val="16384D"/>
                </a:solidFill>
              </a:rPr>
              <a:t>Annualized Sharpe ratio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3D9ED-A12B-4921-9F6B-D9F63FFB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00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100" b="1">
                <a:solidFill>
                  <a:srgbClr val="0369A1"/>
                </a:solidFill>
              </a:defRPr>
            </a:defPPr>
            <a:lvl1pPr algn="r">
              <a:defRPr sz="2100" b="1">
                <a:solidFill>
                  <a:srgbClr val="0369A1"/>
                </a:solidFill>
              </a:defRPr>
            </a:lvl1pPr>
            <a:lvl2pPr algn="r">
              <a:defRPr sz="2100" b="1">
                <a:solidFill>
                  <a:srgbClr val="0369A1"/>
                </a:solidFill>
              </a:defRPr>
            </a:lvl2pPr>
            <a:lvl3pPr algn="r">
              <a:defRPr sz="2100" b="1">
                <a:solidFill>
                  <a:srgbClr val="0369A1"/>
                </a:solidFill>
              </a:defRPr>
            </a:lvl3pPr>
            <a:lvl4pPr algn="r">
              <a:defRPr sz="2100" b="1">
                <a:solidFill>
                  <a:srgbClr val="0369A1"/>
                </a:solidFill>
              </a:defRPr>
            </a:lvl4pPr>
            <a:lvl5pPr algn="r">
              <a:defRPr sz="2100" b="1">
                <a:solidFill>
                  <a:srgbClr val="0369A1"/>
                </a:solidFill>
              </a:defRPr>
            </a:lvl5pPr>
            <a:lvl6pPr algn="r">
              <a:defRPr sz="2100" b="1">
                <a:solidFill>
                  <a:srgbClr val="0369A1"/>
                </a:solidFill>
              </a:defRPr>
            </a:lvl6pPr>
            <a:lvl7pPr algn="r">
              <a:defRPr sz="2100" b="1">
                <a:solidFill>
                  <a:srgbClr val="0369A1"/>
                </a:solidFill>
              </a:defRPr>
            </a:lvl7pPr>
            <a:lvl8pPr algn="r">
              <a:defRPr sz="2100" b="1">
                <a:solidFill>
                  <a:srgbClr val="0369A1"/>
                </a:solidFill>
              </a:defRPr>
            </a:lvl8pPr>
            <a:lvl9pPr algn="r">
              <a:defRPr sz="2100" b="1">
                <a:solidFill>
                  <a:srgbClr val="0369A1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0369A1"/>
                </a:solidFill>
              </a:defRPr>
            </a:pPr>
            <a:r>
              <a:rPr sz="2100" b="1">
                <a:solidFill>
                  <a:srgbClr val="0369A1"/>
                </a:solidFill>
              </a:rPr>
              <a:t>1.28</a:t>
            </a:r>
          </a:p>
        </p:txBody>
      </p:sp>
    </p:spTree>
    <p:extLst>
      <p:ext uri="{BB962C8B-B14F-4D97-AF65-F5344CB8AC3E}">
        <p14:creationId xmlns:p14="http://schemas.microsoft.com/office/powerpoint/2010/main" val="9813443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2026-10-26T04:47:28.1520000Z</dcterms:created>
  <dcterms:modified xsi:type="dcterms:W3CDTF">2026-10-26T04:47:28.1520000Z</dcterms:modified>
</coreProperties>
</file>